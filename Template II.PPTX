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tags/tag8.xml" ContentType="application/vnd.openxmlformats-officedocument.presentationml.tags+xml"/>
  <Override PartName="/ppt/theme/theme5.xml" ContentType="application/vnd.openxmlformats-officedocument.them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Layouts/slideLayout1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78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38.xml" ContentType="application/vnd.openxmlformats-officedocument.presentationml.tags+xml"/>
  <Override PartName="/ppt/slideLayouts/slideLayout13.xml" ContentType="application/vnd.openxmlformats-officedocument.presentationml.slideLayout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tags/tag85.xml" ContentType="application/vnd.openxmlformats-officedocument.presentationml.tag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34.xml" ContentType="application/vnd.openxmlformats-officedocument.presentationml.tags+xml"/>
  <Override PartName="/ppt/tags/tag52.xml" ContentType="application/vnd.openxmlformats-officedocument.presentationml.tags+xml"/>
  <Override PartName="/ppt/tags/tag81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41.xml" ContentType="application/vnd.openxmlformats-officedocument.presentationml.tags+xml"/>
  <Override PartName="/ppt/tags/tag70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30.xml" ContentType="application/vnd.openxmlformats-officedocument.presentationml.tag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ags/tag7.xml" ContentType="application/vnd.openxmlformats-officedocument.presentationml.tags+xml"/>
  <Default Extension="bin" ContentType="application/vnd.openxmlformats-officedocument.oleObject"/>
  <Default Extension="png" ContentType="image/png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79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tags/tag3.xml" ContentType="application/vnd.openxmlformats-officedocument.presentationml.tags+xml"/>
  <Default Extension="jpeg" ContentType="image/jpeg"/>
  <Override PartName="/ppt/tags/tag39.xml" ContentType="application/vnd.openxmlformats-officedocument.presentationml.tags+xml"/>
  <Override PartName="/ppt/slideLayouts/slideLayout16.xml" ContentType="application/vnd.openxmlformats-officedocument.presentationml.slideLayout+xml"/>
  <Override PartName="/ppt/tags/tag59.xml" ContentType="application/vnd.openxmlformats-officedocument.presentationml.tags+xml"/>
  <Override PartName="/ppt/tags/tag68.xml" ContentType="application/vnd.openxmlformats-officedocument.presentationml.tags+xml"/>
  <Override PartName="/ppt/tags/tag77.xml" ContentType="application/vnd.openxmlformats-officedocument.presentationml.tags+xml"/>
  <Override PartName="/ppt/tags/tag86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ppt/slideLayouts/slideLayout14.xml" ContentType="application/vnd.openxmlformats-officedocument.presentationml.slideLayout+xml"/>
  <Override PartName="/ppt/tags/tag48.xml" ContentType="application/vnd.openxmlformats-officedocument.presentationml.tags+xml"/>
  <Override PartName="/ppt/tags/tag57.xml" ContentType="application/vnd.openxmlformats-officedocument.presentationml.tags+xml"/>
  <Override PartName="/ppt/tags/tag66.xml" ContentType="application/vnd.openxmlformats-officedocument.presentationml.tags+xml"/>
  <Override PartName="/ppt/tags/tag75.xml" ContentType="application/vnd.openxmlformats-officedocument.presentationml.tags+xml"/>
  <Override PartName="/ppt/tags/tag84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slideLayouts/slideLayout12.xml" ContentType="application/vnd.openxmlformats-officedocument.presentationml.slideLayout+xml"/>
  <Override PartName="/ppt/tags/tag46.xml" ContentType="application/vnd.openxmlformats-officedocument.presentationml.tags+xml"/>
  <Override PartName="/ppt/tags/tag55.xml" ContentType="application/vnd.openxmlformats-officedocument.presentationml.tags+xml"/>
  <Override PartName="/ppt/tags/tag64.xml" ContentType="application/vnd.openxmlformats-officedocument.presentationml.tags+xml"/>
  <Override PartName="/ppt/tags/tag73.xml" ContentType="application/vnd.openxmlformats-officedocument.presentationml.tags+xml"/>
  <Override PartName="/ppt/tags/tag82.xml" ContentType="application/vnd.openxmlformats-officedocument.presentationml.tag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Default Extension="gif" ContentType="image/gif"/>
  <Override PartName="/ppt/tags/tag53.xml" ContentType="application/vnd.openxmlformats-officedocument.presentationml.tags+xml"/>
  <Override PartName="/ppt/tags/tag62.xml" ContentType="application/vnd.openxmlformats-officedocument.presentationml.tags+xml"/>
  <Override PartName="/ppt/tags/tag71.xml" ContentType="application/vnd.openxmlformats-officedocument.presentationml.tags+xml"/>
  <Override PartName="/ppt/tags/tag80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tags/tag58.xml" ContentType="application/vnd.openxmlformats-officedocument.presentationml.tags+xml"/>
  <Override PartName="/ppt/tags/tag69.xml" ContentType="application/vnd.openxmlformats-officedocument.presentationml.tags+xml"/>
  <Default Extension="rels" ContentType="application/vnd.openxmlformats-package.relationships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tags/tag76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83.xml" ContentType="application/vnd.openxmlformats-officedocument.presentationml.tag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32.xml" ContentType="application/vnd.openxmlformats-officedocument.presentationml.tags+xml"/>
  <Override PartName="/ppt/tags/tag50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2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1"/>
    <p:sldMasterId id="2147483939" r:id="rId2"/>
    <p:sldMasterId id="2147483946" r:id="rId3"/>
  </p:sldMasterIdLst>
  <p:notesMasterIdLst>
    <p:notesMasterId r:id="rId18"/>
  </p:notesMasterIdLst>
  <p:handoutMasterIdLst>
    <p:handoutMasterId r:id="rId19"/>
  </p:handoutMasterIdLst>
  <p:sldIdLst>
    <p:sldId id="349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52" r:id="rId14"/>
    <p:sldId id="353" r:id="rId15"/>
    <p:sldId id="316" r:id="rId16"/>
    <p:sldId id="351" r:id="rId17"/>
  </p:sldIdLst>
  <p:sldSz cx="9906000" cy="6858000" type="A4"/>
  <p:notesSz cx="6797675" cy="9874250"/>
  <p:custDataLst>
    <p:tags r:id="rId20"/>
  </p:custDataLst>
  <p:defaultTextStyle>
    <a:defPPr>
      <a:defRPr lang="de-DE"/>
    </a:defPPr>
    <a:lvl1pPr marL="0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878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756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634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510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388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265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2143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1021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2BFAF"/>
    <a:srgbClr val="ACB7B2"/>
    <a:srgbClr val="AF1C63"/>
    <a:srgbClr val="6A9529"/>
    <a:srgbClr val="00A0D6"/>
    <a:srgbClr val="0085B3"/>
    <a:srgbClr val="005B7C"/>
    <a:srgbClr val="909090"/>
    <a:srgbClr val="FFC72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5" autoAdjust="0"/>
    <p:restoredTop sz="94625" autoAdjust="0"/>
  </p:normalViewPr>
  <p:slideViewPr>
    <p:cSldViewPr snapToGrid="0">
      <p:cViewPr>
        <p:scale>
          <a:sx n="90" d="100"/>
          <a:sy n="90" d="100"/>
        </p:scale>
        <p:origin x="-486" y="210"/>
      </p:cViewPr>
      <p:guideLst>
        <p:guide orient="horz"/>
        <p:guide pos="595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-2832" y="-78"/>
      </p:cViewPr>
      <p:guideLst>
        <p:guide orient="horz" pos="3110"/>
        <p:guide pos="214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6797675" cy="493176"/>
          </a:xfrm>
          <a:prstGeom prst="rect">
            <a:avLst/>
          </a:prstGeom>
        </p:spPr>
        <p:txBody>
          <a:bodyPr vert="horz" lIns="34625" tIns="34625" rIns="242374" bIns="34625" rtlCol="0" anchor="ctr"/>
          <a:lstStyle>
            <a:lvl1pPr algn="l">
              <a:defRPr sz="1200"/>
            </a:lvl1pPr>
          </a:lstStyle>
          <a:p>
            <a:pPr algn="r"/>
            <a:endParaRPr lang="de-DE" sz="15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9542"/>
            <a:ext cx="2945862" cy="493176"/>
          </a:xfrm>
          <a:prstGeom prst="rect">
            <a:avLst/>
          </a:prstGeom>
        </p:spPr>
        <p:txBody>
          <a:bodyPr vert="horz" lIns="87947" tIns="43973" rIns="87947" bIns="43973" rtlCol="0" anchor="b"/>
          <a:lstStyle>
            <a:lvl1pPr algn="l">
              <a:defRPr sz="1200"/>
            </a:lvl1pPr>
          </a:lstStyle>
          <a:p>
            <a:r>
              <a:rPr lang="de-DE" sz="800" dirty="0" smtClean="0">
                <a:latin typeface="Arial" pitchFamily="34" charset="0"/>
                <a:cs typeface="Arial" pitchFamily="34" charset="0"/>
              </a:rPr>
              <a:t>© 2014 Capgemini. All </a:t>
            </a:r>
            <a:r>
              <a:rPr lang="de-DE" sz="800" dirty="0" err="1" smtClean="0">
                <a:latin typeface="Arial" pitchFamily="34" charset="0"/>
                <a:cs typeface="Arial" pitchFamily="34" charset="0"/>
              </a:rPr>
              <a:t>rights</a:t>
            </a:r>
            <a:r>
              <a:rPr lang="de-DE" sz="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de-DE" sz="800" dirty="0" err="1" smtClean="0">
                <a:latin typeface="Arial" pitchFamily="34" charset="0"/>
                <a:cs typeface="Arial" pitchFamily="34" charset="0"/>
              </a:rPr>
              <a:t>reserved</a:t>
            </a:r>
            <a:r>
              <a:rPr lang="de-DE" sz="800" dirty="0" smtClean="0">
                <a:latin typeface="Arial" pitchFamily="34" charset="0"/>
                <a:cs typeface="Arial" pitchFamily="34" charset="0"/>
              </a:rPr>
              <a:t>.</a:t>
            </a:r>
            <a:endParaRPr lang="de-DE" sz="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294" y="9379542"/>
            <a:ext cx="2945862" cy="493176"/>
          </a:xfrm>
          <a:prstGeom prst="rect">
            <a:avLst/>
          </a:prstGeom>
        </p:spPr>
        <p:txBody>
          <a:bodyPr vert="horz" lIns="87947" tIns="43973" rIns="87947" bIns="43973" rtlCol="0" anchor="b"/>
          <a:lstStyle>
            <a:lvl1pPr algn="r">
              <a:defRPr sz="1200"/>
            </a:lvl1pPr>
          </a:lstStyle>
          <a:p>
            <a:fld id="{9EC16AE0-9542-4D5B-AF70-A50F5AFBFBE0}" type="slidenum">
              <a:rPr lang="de-DE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de-DE" sz="800" dirty="0"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5264" tIns="47632" rIns="95264" bIns="4763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5264" tIns="47632" rIns="95264" bIns="47632" rtlCol="0"/>
          <a:lstStyle>
            <a:lvl1pPr algn="r">
              <a:defRPr sz="1300"/>
            </a:lvl1pPr>
          </a:lstStyle>
          <a:p>
            <a:fld id="{2FB4FF29-EE9A-4D47-9F1A-289A80693C0F}" type="datetimeFigureOut">
              <a:rPr lang="en-US" smtClean="0"/>
              <a:pPr/>
              <a:t>3/16/2016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67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64" tIns="47632" rIns="95264" bIns="47632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8"/>
            <a:ext cx="5438140" cy="4443413"/>
          </a:xfrm>
          <a:prstGeom prst="rect">
            <a:avLst/>
          </a:prstGeom>
        </p:spPr>
        <p:txBody>
          <a:bodyPr vert="horz" lIns="95264" tIns="47632" rIns="95264" bIns="4763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5264" tIns="47632" rIns="95264" bIns="4763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5264" tIns="47632" rIns="95264" bIns="47632" rtlCol="0" anchor="b"/>
          <a:lstStyle>
            <a:lvl1pPr algn="r">
              <a:defRPr sz="1300"/>
            </a:lvl1pPr>
          </a:lstStyle>
          <a:p>
            <a:fld id="{71E7D22E-2FCF-4181-8686-08BDCDF940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42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13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84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55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6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8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9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ags" Target="../tags/tag1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2.vml"/><Relationship Id="rId6" Type="http://schemas.openxmlformats.org/officeDocument/2006/relationships/tags" Target="../tags/tag13.xml"/><Relationship Id="rId11" Type="http://schemas.openxmlformats.org/officeDocument/2006/relationships/image" Target="../media/image5.emf"/><Relationship Id="rId5" Type="http://schemas.openxmlformats.org/officeDocument/2006/relationships/tags" Target="../tags/tag12.xml"/><Relationship Id="rId10" Type="http://schemas.openxmlformats.org/officeDocument/2006/relationships/image" Target="../media/image4.jpeg"/><Relationship Id="rId4" Type="http://schemas.openxmlformats.org/officeDocument/2006/relationships/tags" Target="../tags/tag11.xml"/><Relationship Id="rId9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tags" Target="../tags/tag1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3.vml"/><Relationship Id="rId6" Type="http://schemas.openxmlformats.org/officeDocument/2006/relationships/tags" Target="../tags/tag18.xml"/><Relationship Id="rId11" Type="http://schemas.openxmlformats.org/officeDocument/2006/relationships/image" Target="../media/image5.emf"/><Relationship Id="rId5" Type="http://schemas.openxmlformats.org/officeDocument/2006/relationships/tags" Target="../tags/tag17.xml"/><Relationship Id="rId10" Type="http://schemas.openxmlformats.org/officeDocument/2006/relationships/oleObject" Target="../embeddings/oleObject3.bin"/><Relationship Id="rId4" Type="http://schemas.openxmlformats.org/officeDocument/2006/relationships/tags" Target="../tags/tag16.xml"/><Relationship Id="rId9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tags" Target="../tags/tag2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vmlDrawing" Target="../drawings/vmlDrawing4.vml"/><Relationship Id="rId6" Type="http://schemas.openxmlformats.org/officeDocument/2006/relationships/tags" Target="../tags/tag23.xml"/><Relationship Id="rId11" Type="http://schemas.openxmlformats.org/officeDocument/2006/relationships/image" Target="../media/image5.emf"/><Relationship Id="rId5" Type="http://schemas.openxmlformats.org/officeDocument/2006/relationships/tags" Target="../tags/tag22.xml"/><Relationship Id="rId10" Type="http://schemas.openxmlformats.org/officeDocument/2006/relationships/oleObject" Target="../embeddings/oleObject4.bin"/><Relationship Id="rId4" Type="http://schemas.openxmlformats.org/officeDocument/2006/relationships/tags" Target="../tags/tag21.xml"/><Relationship Id="rId9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8.png"/><Relationship Id="rId2" Type="http://schemas.openxmlformats.org/officeDocument/2006/relationships/tags" Target="../tags/tag2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4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tags" Target="../tags/tag3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vmlDrawing" Target="../drawings/vmlDrawing9.v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0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1.v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4.png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15.png"/><Relationship Id="rId2" Type="http://schemas.openxmlformats.org/officeDocument/2006/relationships/tags" Target="../tags/tag5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4.png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3.xml"/><Relationship Id="rId1" Type="http://schemas.openxmlformats.org/officeDocument/2006/relationships/vmlDrawing" Target="../drawings/vmlDrawing15.vml"/><Relationship Id="rId4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7.jpeg"/><Relationship Id="rId4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.jpeg"/><Relationship Id="rId4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6.jpeg"/><Relationship Id="rId4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shutterstock_117698956.jpg"/>
          <p:cNvPicPr>
            <a:picLocks noChangeAspect="1"/>
          </p:cNvPicPr>
          <p:nvPr userDrawn="1"/>
        </p:nvPicPr>
        <p:blipFill>
          <a:blip r:embed="rId8" cstate="email">
            <a:lum bright="-31000" contrast="-40000"/>
          </a:blip>
          <a:srcRect r="15033" b="28591"/>
          <a:stretch>
            <a:fillRect/>
          </a:stretch>
        </p:blipFill>
        <p:spPr>
          <a:xfrm>
            <a:off x="0" y="1307812"/>
            <a:ext cx="9906000" cy="5550188"/>
          </a:xfrm>
          <a:prstGeom prst="rect">
            <a:avLst/>
          </a:prstGeom>
        </p:spPr>
      </p:pic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1" y="0"/>
          <a:ext cx="158750" cy="158750"/>
        </p:xfrm>
        <a:graphic>
          <a:graphicData uri="http://schemas.openxmlformats.org/presentationml/2006/ole">
            <p:oleObj spid="_x0000_s97282" name="think-cell Slide" r:id="rId9" imgW="360" imgH="360" progId="">
              <p:embed/>
            </p:oleObj>
          </a:graphicData>
        </a:graphic>
      </p:graphicFrame>
      <p:sp>
        <p:nvSpPr>
          <p:cNvPr id="16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0" y="3094063"/>
            <a:ext cx="9906000" cy="1031357"/>
          </a:xfrm>
        </p:spPr>
        <p:txBody>
          <a:bodyPr vert="horz" lIns="36000" tIns="36000" rIns="360000" bIns="36000" rtlCol="0" anchor="t">
            <a:noAutofit/>
          </a:bodyPr>
          <a:lstStyle>
            <a:lvl1pPr marL="361950" indent="0" algn="l" defTabSz="995690" rtl="0" eaLnBrk="1" latinLnBrk="0" hangingPunct="1">
              <a:spcBef>
                <a:spcPct val="0"/>
              </a:spcBef>
              <a:buNone/>
              <a:defRPr lang="en-US" sz="3600" b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title</a:t>
            </a:r>
            <a:r>
              <a:rPr lang="fr-FR" dirty="0" smtClean="0"/>
              <a:t> style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0" y="4184562"/>
            <a:ext cx="9906000" cy="1004115"/>
          </a:xfrm>
        </p:spPr>
        <p:txBody>
          <a:bodyPr vert="horz" lIns="36000" tIns="36000" rIns="360000" bIns="36000" rtlCol="0">
            <a:noAutofit/>
          </a:bodyPr>
          <a:lstStyle>
            <a:lvl1pPr marL="361950" indent="0" algn="l" defTabSz="995690" rtl="0" eaLnBrk="1" latinLnBrk="0" hangingPunct="1">
              <a:spcBef>
                <a:spcPts val="0"/>
              </a:spcBef>
              <a:buFontTx/>
              <a:buNone/>
              <a:defRPr lang="fr-FR" sz="2400" b="0" kern="1200" baseline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  <p:sp>
        <p:nvSpPr>
          <p:cNvPr id="21" name="Rectangle 7"/>
          <p:cNvSpPr/>
          <p:nvPr userDrawn="1">
            <p:custDataLst>
              <p:tags r:id="rId4"/>
            </p:custDataLst>
          </p:nvPr>
        </p:nvSpPr>
        <p:spPr bwMode="auto">
          <a:xfrm>
            <a:off x="-2053" y="0"/>
            <a:ext cx="9908053" cy="2683033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072" h="2958168">
                <a:moveTo>
                  <a:pt x="1331" y="2791"/>
                </a:moveTo>
                <a:lnTo>
                  <a:pt x="10561655" y="0"/>
                </a:lnTo>
                <a:cubicBezTo>
                  <a:pt x="10562168" y="67600"/>
                  <a:pt x="10562411" y="1432923"/>
                  <a:pt x="10561157" y="1476338"/>
                </a:cubicBezTo>
                <a:cubicBezTo>
                  <a:pt x="10083761" y="2148347"/>
                  <a:pt x="9705180" y="2158423"/>
                  <a:pt x="9288594" y="2153103"/>
                </a:cubicBezTo>
                <a:lnTo>
                  <a:pt x="2317558" y="2159512"/>
                </a:lnTo>
                <a:cubicBezTo>
                  <a:pt x="1740344" y="2192654"/>
                  <a:pt x="1372498" y="2495346"/>
                  <a:pt x="1180889" y="2958168"/>
                </a:cubicBezTo>
                <a:cubicBezTo>
                  <a:pt x="882535" y="2254391"/>
                  <a:pt x="278640" y="2173187"/>
                  <a:pt x="0" y="2174065"/>
                </a:cubicBezTo>
                <a:cubicBezTo>
                  <a:pt x="2067" y="2138552"/>
                  <a:pt x="2603" y="98373"/>
                  <a:pt x="1331" y="2791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3" name="Rectangle 22"/>
          <p:cNvSpPr/>
          <p:nvPr userDrawn="1">
            <p:custDataLst>
              <p:tags r:id="rId5"/>
            </p:custDataLst>
          </p:nvPr>
        </p:nvSpPr>
        <p:spPr>
          <a:xfrm>
            <a:off x="0" y="6400876"/>
            <a:ext cx="9906000" cy="457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endParaRPr lang="en-US" sz="1300" dirty="0" smtClean="0"/>
          </a:p>
        </p:txBody>
      </p:sp>
      <p:pic>
        <p:nvPicPr>
          <p:cNvPr id="10" name="Image 9" descr="Capgemini_logo.jpg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735690" y="658705"/>
            <a:ext cx="2880000" cy="686046"/>
          </a:xfrm>
          <a:prstGeom prst="rect">
            <a:avLst/>
          </a:prstGeom>
        </p:spPr>
      </p:pic>
      <p:pic>
        <p:nvPicPr>
          <p:cNvPr id="12" name="Picture 104" descr="C:\Users\UserSim\Desktop\Capgemini\moto.emf"/>
          <p:cNvPicPr>
            <a:picLocks noChangeAspect="1" noChangeArrowheads="1"/>
          </p:cNvPicPr>
          <p:nvPr userDrawn="1">
            <p:custDataLst>
              <p:tags r:id="rId6"/>
            </p:custDataLst>
          </p:nvPr>
        </p:nvPicPr>
        <p:blipFill>
          <a:blip r:embed="rId11" cstate="email"/>
          <a:srcRect/>
          <a:stretch>
            <a:fillRect/>
          </a:stretch>
        </p:blipFill>
        <p:spPr bwMode="auto">
          <a:xfrm>
            <a:off x="6569786" y="6520696"/>
            <a:ext cx="2880000" cy="22935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 descr="ppt_Business_shutterstock_95102881.jpg"/>
          <p:cNvPicPr>
            <a:picLocks noChangeAspect="1"/>
          </p:cNvPicPr>
          <p:nvPr userDrawn="1"/>
        </p:nvPicPr>
        <p:blipFill>
          <a:blip r:embed="rId8" cstate="email"/>
          <a:stretch>
            <a:fillRect/>
          </a:stretch>
        </p:blipFill>
        <p:spPr>
          <a:xfrm>
            <a:off x="0" y="0"/>
            <a:ext cx="9906000" cy="6600998"/>
          </a:xfrm>
          <a:prstGeom prst="rect">
            <a:avLst/>
          </a:prstGeom>
        </p:spPr>
      </p:pic>
      <p:sp>
        <p:nvSpPr>
          <p:cNvPr id="18" name="Rectangle 17"/>
          <p:cNvSpPr/>
          <p:nvPr userDrawn="1">
            <p:custDataLst>
              <p:tags r:id="rId2"/>
            </p:custDataLst>
          </p:nvPr>
        </p:nvSpPr>
        <p:spPr>
          <a:xfrm>
            <a:off x="0" y="6400876"/>
            <a:ext cx="9906000" cy="457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endParaRPr lang="en-US" sz="1300" dirty="0" smtClean="0"/>
          </a:p>
        </p:txBody>
      </p:sp>
      <p:sp>
        <p:nvSpPr>
          <p:cNvPr id="17" name="Rectangle 7"/>
          <p:cNvSpPr/>
          <p:nvPr userDrawn="1">
            <p:custDataLst>
              <p:tags r:id="rId3"/>
            </p:custDataLst>
          </p:nvPr>
        </p:nvSpPr>
        <p:spPr bwMode="auto">
          <a:xfrm>
            <a:off x="1" y="0"/>
            <a:ext cx="9906318" cy="2683033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0 w 10560222"/>
              <a:gd name="connsiteY0" fmla="*/ 0 h 2958168"/>
              <a:gd name="connsiteX1" fmla="*/ 10559466 w 10560222"/>
              <a:gd name="connsiteY1" fmla="*/ 0 h 2958168"/>
              <a:gd name="connsiteX2" fmla="*/ 10558968 w 10560222"/>
              <a:gd name="connsiteY2" fmla="*/ 1476338 h 2958168"/>
              <a:gd name="connsiteX3" fmla="*/ 9286405 w 10560222"/>
              <a:gd name="connsiteY3" fmla="*/ 2153103 h 2958168"/>
              <a:gd name="connsiteX4" fmla="*/ 2315369 w 10560222"/>
              <a:gd name="connsiteY4" fmla="*/ 2159512 h 2958168"/>
              <a:gd name="connsiteX5" fmla="*/ 1178700 w 10560222"/>
              <a:gd name="connsiteY5" fmla="*/ 2958168 h 2958168"/>
              <a:gd name="connsiteX6" fmla="*/ 0 w 10560222"/>
              <a:gd name="connsiteY6" fmla="*/ 2174065 h 2958168"/>
              <a:gd name="connsiteX7" fmla="*/ 0 w 10560222"/>
              <a:gd name="connsiteY7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0222" h="2958168">
                <a:moveTo>
                  <a:pt x="0" y="0"/>
                </a:moveTo>
                <a:lnTo>
                  <a:pt x="10559466" y="0"/>
                </a:lnTo>
                <a:cubicBezTo>
                  <a:pt x="10559979" y="67600"/>
                  <a:pt x="10560222" y="1432923"/>
                  <a:pt x="10558968" y="1476338"/>
                </a:cubicBezTo>
                <a:cubicBezTo>
                  <a:pt x="10081572" y="2148347"/>
                  <a:pt x="9702991" y="2158423"/>
                  <a:pt x="9286405" y="2153103"/>
                </a:cubicBezTo>
                <a:lnTo>
                  <a:pt x="2315369" y="2159512"/>
                </a:lnTo>
                <a:cubicBezTo>
                  <a:pt x="1738155" y="2192654"/>
                  <a:pt x="1370309" y="2495346"/>
                  <a:pt x="1178700" y="2958168"/>
                </a:cubicBezTo>
                <a:cubicBezTo>
                  <a:pt x="880346" y="2254391"/>
                  <a:pt x="278640" y="2173187"/>
                  <a:pt x="0" y="2174065"/>
                </a:cubicBezTo>
                <a:cubicBezTo>
                  <a:pt x="2067" y="2138552"/>
                  <a:pt x="1272" y="9558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1" name="Image 10" descr="Capgemini_logo.jp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735690" y="658705"/>
            <a:ext cx="2880000" cy="686046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/>
        </p:nvGraphicFramePr>
        <p:xfrm>
          <a:off x="1" y="0"/>
          <a:ext cx="158750" cy="158750"/>
        </p:xfrm>
        <a:graphic>
          <a:graphicData uri="http://schemas.openxmlformats.org/presentationml/2006/ole">
            <p:oleObj spid="_x0000_s1026" name="think-cell Slide" r:id="rId10" imgW="360" imgH="360" progId="">
              <p:embed/>
            </p:oleObj>
          </a:graphicData>
        </a:graphic>
      </p:graphicFrame>
      <p:pic>
        <p:nvPicPr>
          <p:cNvPr id="10" name="Picture 104" descr="C:\Users\UserSim\Desktop\Capgemini\moto.emf"/>
          <p:cNvPicPr>
            <a:picLocks noChangeAspect="1" noChangeArrowheads="1"/>
          </p:cNvPicPr>
          <p:nvPr userDrawn="1">
            <p:custDataLst>
              <p:tags r:id="rId4"/>
            </p:custDataLst>
          </p:nvPr>
        </p:nvPicPr>
        <p:blipFill>
          <a:blip r:embed="rId11" cstate="email"/>
          <a:srcRect/>
          <a:stretch>
            <a:fillRect/>
          </a:stretch>
        </p:blipFill>
        <p:spPr bwMode="auto">
          <a:xfrm>
            <a:off x="6569786" y="6520696"/>
            <a:ext cx="2880000" cy="22935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-1" y="4037610"/>
            <a:ext cx="9904414" cy="1098157"/>
          </a:xfrm>
        </p:spPr>
        <p:txBody>
          <a:bodyPr lIns="720000" tIns="33059" rIns="33059" bIns="33059" anchor="t"/>
          <a:lstStyle>
            <a:lvl1pPr marL="0" indent="0" algn="l">
              <a:defRPr sz="3300" b="0">
                <a:solidFill>
                  <a:schemeClr val="tx1"/>
                </a:solidFill>
              </a:defRPr>
            </a:lvl1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title</a:t>
            </a:r>
            <a:r>
              <a:rPr lang="fr-FR" dirty="0" smtClean="0"/>
              <a:t>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0" y="5145571"/>
            <a:ext cx="4933105" cy="947750"/>
          </a:xfrm>
        </p:spPr>
        <p:txBody>
          <a:bodyPr lIns="720000" tIns="33059" rIns="33059" bIns="33059"/>
          <a:lstStyle>
            <a:lvl1pPr marL="0" indent="0" algn="l">
              <a:buNone/>
              <a:defRPr sz="2200" b="0">
                <a:solidFill>
                  <a:schemeClr val="tx1"/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 descr="ppt_People_shutterstock_46801036.jpg"/>
          <p:cNvPicPr>
            <a:picLocks noChangeAspect="1"/>
          </p:cNvPicPr>
          <p:nvPr userDrawn="1"/>
        </p:nvPicPr>
        <p:blipFill>
          <a:blip r:embed="rId8" cstate="screen">
            <a:lum bright="-37000" contrast="-51000"/>
          </a:blip>
          <a:srcRect l="8451" r="16116" b="15757"/>
          <a:stretch>
            <a:fillRect/>
          </a:stretch>
        </p:blipFill>
        <p:spPr>
          <a:xfrm flipH="1">
            <a:off x="0" y="1244014"/>
            <a:ext cx="9906000" cy="5613986"/>
          </a:xfrm>
          <a:prstGeom prst="rect">
            <a:avLst/>
          </a:prstGeom>
        </p:spPr>
      </p:pic>
      <p:sp>
        <p:nvSpPr>
          <p:cNvPr id="18" name="Rectangle 17"/>
          <p:cNvSpPr/>
          <p:nvPr userDrawn="1">
            <p:custDataLst>
              <p:tags r:id="rId2"/>
            </p:custDataLst>
          </p:nvPr>
        </p:nvSpPr>
        <p:spPr>
          <a:xfrm>
            <a:off x="0" y="6400876"/>
            <a:ext cx="9906000" cy="457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endParaRPr lang="en-US" sz="1300" dirty="0" smtClean="0"/>
          </a:p>
        </p:txBody>
      </p:sp>
      <p:sp>
        <p:nvSpPr>
          <p:cNvPr id="17" name="Rectangle 7"/>
          <p:cNvSpPr/>
          <p:nvPr userDrawn="1">
            <p:custDataLst>
              <p:tags r:id="rId3"/>
            </p:custDataLst>
          </p:nvPr>
        </p:nvSpPr>
        <p:spPr bwMode="auto">
          <a:xfrm>
            <a:off x="1" y="0"/>
            <a:ext cx="9906318" cy="2683033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0 w 10560222"/>
              <a:gd name="connsiteY0" fmla="*/ 0 h 2958168"/>
              <a:gd name="connsiteX1" fmla="*/ 10559466 w 10560222"/>
              <a:gd name="connsiteY1" fmla="*/ 0 h 2958168"/>
              <a:gd name="connsiteX2" fmla="*/ 10558968 w 10560222"/>
              <a:gd name="connsiteY2" fmla="*/ 1476338 h 2958168"/>
              <a:gd name="connsiteX3" fmla="*/ 9286405 w 10560222"/>
              <a:gd name="connsiteY3" fmla="*/ 2153103 h 2958168"/>
              <a:gd name="connsiteX4" fmla="*/ 2315369 w 10560222"/>
              <a:gd name="connsiteY4" fmla="*/ 2159512 h 2958168"/>
              <a:gd name="connsiteX5" fmla="*/ 1178700 w 10560222"/>
              <a:gd name="connsiteY5" fmla="*/ 2958168 h 2958168"/>
              <a:gd name="connsiteX6" fmla="*/ 0 w 10560222"/>
              <a:gd name="connsiteY6" fmla="*/ 2174065 h 2958168"/>
              <a:gd name="connsiteX7" fmla="*/ 0 w 10560222"/>
              <a:gd name="connsiteY7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0222" h="2958168">
                <a:moveTo>
                  <a:pt x="0" y="0"/>
                </a:moveTo>
                <a:lnTo>
                  <a:pt x="10559466" y="0"/>
                </a:lnTo>
                <a:cubicBezTo>
                  <a:pt x="10559979" y="67600"/>
                  <a:pt x="10560222" y="1432923"/>
                  <a:pt x="10558968" y="1476338"/>
                </a:cubicBezTo>
                <a:cubicBezTo>
                  <a:pt x="10081572" y="2148347"/>
                  <a:pt x="9702991" y="2158423"/>
                  <a:pt x="9286405" y="2153103"/>
                </a:cubicBezTo>
                <a:lnTo>
                  <a:pt x="2315369" y="2159512"/>
                </a:lnTo>
                <a:cubicBezTo>
                  <a:pt x="1738155" y="2192654"/>
                  <a:pt x="1370309" y="2495346"/>
                  <a:pt x="1178700" y="2958168"/>
                </a:cubicBezTo>
                <a:cubicBezTo>
                  <a:pt x="880346" y="2254391"/>
                  <a:pt x="278640" y="2173187"/>
                  <a:pt x="0" y="2174065"/>
                </a:cubicBezTo>
                <a:cubicBezTo>
                  <a:pt x="2067" y="2138552"/>
                  <a:pt x="1272" y="9558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1" name="Image 10" descr="Capgemini_logo.jp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735690" y="658705"/>
            <a:ext cx="2880000" cy="686046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/>
        </p:nvGraphicFramePr>
        <p:xfrm>
          <a:off x="1" y="0"/>
          <a:ext cx="158750" cy="158750"/>
        </p:xfrm>
        <a:graphic>
          <a:graphicData uri="http://schemas.openxmlformats.org/presentationml/2006/ole">
            <p:oleObj spid="_x0000_s156674" name="think-cell Slide" r:id="rId10" imgW="360" imgH="360" progId="">
              <p:embed/>
            </p:oleObj>
          </a:graphicData>
        </a:graphic>
      </p:graphicFrame>
      <p:pic>
        <p:nvPicPr>
          <p:cNvPr id="10" name="Picture 104" descr="C:\Users\UserSim\Desktop\Capgemini\moto.emf"/>
          <p:cNvPicPr>
            <a:picLocks noChangeAspect="1" noChangeArrowheads="1"/>
          </p:cNvPicPr>
          <p:nvPr userDrawn="1">
            <p:custDataLst>
              <p:tags r:id="rId4"/>
            </p:custDataLst>
          </p:nvPr>
        </p:nvPicPr>
        <p:blipFill>
          <a:blip r:embed="rId11" cstate="email"/>
          <a:srcRect/>
          <a:stretch>
            <a:fillRect/>
          </a:stretch>
        </p:blipFill>
        <p:spPr bwMode="auto">
          <a:xfrm>
            <a:off x="6569786" y="6520696"/>
            <a:ext cx="2880000" cy="22935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095153" y="2283236"/>
            <a:ext cx="8191722" cy="1098157"/>
          </a:xfrm>
        </p:spPr>
        <p:txBody>
          <a:bodyPr lIns="720000" tIns="33059" rIns="33059" bIns="33059" anchor="t"/>
          <a:lstStyle>
            <a:lvl1pPr marL="0" indent="0" algn="l">
              <a:defRPr sz="3300" b="0"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title</a:t>
            </a:r>
            <a:r>
              <a:rPr lang="fr-FR" dirty="0" smtClean="0"/>
              <a:t>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4353770" y="5592726"/>
            <a:ext cx="4933105" cy="745144"/>
          </a:xfrm>
        </p:spPr>
        <p:txBody>
          <a:bodyPr lIns="720000" tIns="33059" rIns="33059" bIns="33059"/>
          <a:lstStyle>
            <a:lvl1pPr marL="0" indent="0" algn="r">
              <a:buNone/>
              <a:defRPr sz="2200" b="0">
                <a:solidFill>
                  <a:schemeClr val="bg1"/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906000" cy="637704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 err="1" smtClean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41314" name="think-cell Slide" r:id="rId6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Freeform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2" y="676402"/>
            <a:ext cx="9905999" cy="728122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1000"/>
              </a:prstClr>
            </a:outerShdw>
          </a:effectLst>
        </p:spPr>
        <p:txBody>
          <a:bodyPr vert="horz" wrap="square" lIns="99563" tIns="49782" rIns="99563" bIns="49782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2" name="Image 11" descr="HandsPanel_shutterstock_72073621.png"/>
          <p:cNvPicPr>
            <a:picLocks noChangeAspect="1"/>
          </p:cNvPicPr>
          <p:nvPr userDrawn="1"/>
        </p:nvPicPr>
        <p:blipFill>
          <a:blip r:embed="rId7" cstate="email"/>
          <a:srcRect b="8012"/>
          <a:stretch>
            <a:fillRect/>
          </a:stretch>
        </p:blipFill>
        <p:spPr>
          <a:xfrm>
            <a:off x="-1" y="855023"/>
            <a:ext cx="9904413" cy="5522026"/>
          </a:xfrm>
          <a:prstGeom prst="rect">
            <a:avLst/>
          </a:prstGeom>
        </p:spPr>
      </p:pic>
      <p:sp>
        <p:nvSpPr>
          <p:cNvPr id="6" name="Espace réservé du contenu 5"/>
          <p:cNvSpPr>
            <a:spLocks noGrp="1"/>
          </p:cNvSpPr>
          <p:nvPr>
            <p:ph sz="quarter" idx="10" hasCustomPrompt="1"/>
            <p:custDataLst>
              <p:tags r:id="rId4"/>
            </p:custDataLst>
          </p:nvPr>
        </p:nvSpPr>
        <p:spPr>
          <a:xfrm>
            <a:off x="2861953" y="1442605"/>
            <a:ext cx="4441372" cy="3533155"/>
          </a:xfrm>
        </p:spPr>
        <p:txBody>
          <a:bodyPr/>
          <a:lstStyle>
            <a:lvl1pPr>
              <a:defRPr/>
            </a:lvl1pPr>
            <a:lvl2pPr>
              <a:buFont typeface="Arial" pitchFamily="34" charset="0"/>
              <a:buChar char="•"/>
              <a:defRPr/>
            </a:lvl2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0"/>
          <a:ext cx="147061" cy="143985"/>
        </p:xfrm>
        <a:graphic>
          <a:graphicData uri="http://schemas.openxmlformats.org/presentationml/2006/ole">
            <p:oleObj spid="_x0000_s118786" name="think-cell Slide" r:id="rId5" imgW="360" imgH="360" progId="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323392" y="1494765"/>
            <a:ext cx="9582608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0"/>
          <a:ext cx="147061" cy="143985"/>
        </p:xfrm>
        <a:graphic>
          <a:graphicData uri="http://schemas.openxmlformats.org/presentationml/2006/ole">
            <p:oleObj spid="_x0000_s119810" name="think-cell Slide" r:id="rId6" imgW="360" imgH="360" progId="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323392" y="2111956"/>
            <a:ext cx="9582608" cy="402656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23487" y="1495447"/>
            <a:ext cx="9598643" cy="643612"/>
          </a:xfrm>
        </p:spPr>
        <p:txBody>
          <a:bodyPr/>
          <a:lstStyle>
            <a:lvl1pPr marL="0" indent="0"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23905" name="think-cell Slide" r:id="rId6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 hasCustomPrompt="1"/>
            <p:custDataLst>
              <p:tags r:id="rId3"/>
            </p:custDataLst>
          </p:nvPr>
        </p:nvSpPr>
        <p:spPr>
          <a:xfrm>
            <a:off x="314709" y="1533439"/>
            <a:ext cx="4502138" cy="471550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1" hasCustomPrompt="1"/>
            <p:custDataLst>
              <p:tags r:id="rId4"/>
            </p:custDataLst>
          </p:nvPr>
        </p:nvSpPr>
        <p:spPr>
          <a:xfrm>
            <a:off x="5022838" y="1533440"/>
            <a:ext cx="4502138" cy="4725584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&amp;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22881" name="think-cell Slide" r:id="rId8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 hasCustomPrompt="1"/>
            <p:custDataLst>
              <p:tags r:id="rId3"/>
            </p:custDataLst>
          </p:nvPr>
        </p:nvSpPr>
        <p:spPr>
          <a:xfrm>
            <a:off x="314709" y="2206953"/>
            <a:ext cx="4502138" cy="404199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1" hasCustomPrompt="1"/>
            <p:custDataLst>
              <p:tags r:id="rId4"/>
            </p:custDataLst>
          </p:nvPr>
        </p:nvSpPr>
        <p:spPr>
          <a:xfrm>
            <a:off x="5022838" y="2208394"/>
            <a:ext cx="4502138" cy="405063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2" hasCustomPrompt="1"/>
            <p:custDataLst>
              <p:tags r:id="rId5"/>
            </p:custDataLst>
          </p:nvPr>
        </p:nvSpPr>
        <p:spPr>
          <a:xfrm>
            <a:off x="314710" y="1542648"/>
            <a:ext cx="4502138" cy="653034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tx2">
                    <a:lumMod val="50000"/>
                  </a:schemeClr>
                </a:solidFill>
              </a:defRPr>
            </a:lvl1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023145" y="1533439"/>
            <a:ext cx="4502138" cy="653034"/>
          </a:xfrm>
        </p:spPr>
        <p:txBody>
          <a:bodyPr anchor="ctr"/>
          <a:lstStyle>
            <a:lvl1pPr algn="ctr">
              <a:buNone/>
              <a:defRPr lang="fr-FR" sz="2200" b="1" kern="1200" noProof="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37533" y="1436915"/>
            <a:ext cx="4645914" cy="518130"/>
          </a:xfrm>
          <a:solidFill>
            <a:schemeClr val="accent1"/>
          </a:solidFill>
          <a:ln w="25400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wrap="square" anchor="ctr">
            <a:noAutofit/>
          </a:bodyPr>
          <a:lstStyle>
            <a:lvl1pPr marL="0" indent="0"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37533" y="1902609"/>
            <a:ext cx="4645914" cy="1861869"/>
          </a:xfr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2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51356" y="1436915"/>
            <a:ext cx="4645914" cy="518130"/>
          </a:xfrm>
          <a:solidFill>
            <a:schemeClr val="accent1"/>
          </a:solidFill>
          <a:ln w="25400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US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051356" y="1902609"/>
            <a:ext cx="4645914" cy="1861869"/>
          </a:xfr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1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237533" y="3820890"/>
            <a:ext cx="4645914" cy="518130"/>
          </a:xfrm>
          <a:solidFill>
            <a:schemeClr val="accent1"/>
          </a:solidFill>
          <a:ln w="25400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wrap="square" anchor="ctr">
            <a:noAutofit/>
          </a:bodyPr>
          <a:lstStyle>
            <a:lvl1pPr marL="0" indent="0"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237533" y="4286584"/>
            <a:ext cx="4645914" cy="2011680"/>
          </a:xfr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1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051356" y="3820890"/>
            <a:ext cx="4645914" cy="518130"/>
          </a:xfrm>
          <a:solidFill>
            <a:schemeClr val="accent1"/>
          </a:solidFill>
          <a:ln w="25400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US" sz="16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5051356" y="4286584"/>
            <a:ext cx="4645914" cy="2011680"/>
          </a:xfr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lIns="91440"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 baseline="0"/>
            </a:lvl4pPr>
            <a:lvl5pPr>
              <a:defRPr sz="11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21857" name="think-cell Slide" r:id="rId4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/>
        </p:nvGraphicFramePr>
        <p:xfrm>
          <a:off x="0" y="0"/>
          <a:ext cx="147061" cy="143985"/>
        </p:xfrm>
        <a:graphic>
          <a:graphicData uri="http://schemas.openxmlformats.org/presentationml/2006/ole">
            <p:oleObj spid="_x0000_s76801" name="think-cell Slide" r:id="rId3" imgW="360" imgH="36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" name="Object 336" hidden="1"/>
          <p:cNvGraphicFramePr>
            <a:graphicFrameLocks noChangeAspect="1"/>
          </p:cNvGraphicFramePr>
          <p:nvPr/>
        </p:nvGraphicFramePr>
        <p:xfrm>
          <a:off x="0" y="0"/>
          <a:ext cx="147061" cy="143985"/>
        </p:xfrm>
        <a:graphic>
          <a:graphicData uri="http://schemas.openxmlformats.org/presentationml/2006/ole">
            <p:oleObj spid="_x0000_s154626" name="think-cell Slide" r:id="rId5" imgW="360" imgH="360" progId="">
              <p:embed/>
            </p:oleObj>
          </a:graphicData>
        </a:graphic>
      </p:graphicFrame>
      <p:sp>
        <p:nvSpPr>
          <p:cNvPr id="7" name="Rectangle 6"/>
          <p:cNvSpPr/>
          <p:nvPr userDrawn="1">
            <p:custDataLst>
              <p:tags r:id="rId2"/>
            </p:custDataLst>
          </p:nvPr>
        </p:nvSpPr>
        <p:spPr>
          <a:xfrm>
            <a:off x="4904792" y="6410445"/>
            <a:ext cx="4382083" cy="251430"/>
          </a:xfrm>
          <a:prstGeom prst="rect">
            <a:avLst/>
          </a:prstGeom>
        </p:spPr>
        <p:txBody>
          <a:bodyPr wrap="square" lIns="33059" tIns="33059" rIns="0" bIns="33059" anchor="b" anchorCtr="0">
            <a:spAutoFit/>
          </a:bodyPr>
          <a:lstStyle/>
          <a:p>
            <a:pPr algn="r"/>
            <a:r>
              <a:rPr lang="en-US" sz="6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information contained in this presentation is </a:t>
            </a:r>
            <a:r>
              <a:rPr lang="en-US" sz="600" b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proprietary.</a:t>
            </a:r>
          </a:p>
          <a:p>
            <a:pPr marL="0" marR="0" indent="0" algn="r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2014 </a:t>
            </a:r>
            <a:r>
              <a:rPr lang="en-US" sz="6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Capgemini. All rights </a:t>
            </a:r>
            <a:r>
              <a:rPr lang="en-US" sz="600" b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reserved. Rightshore</a:t>
            </a:r>
            <a:r>
              <a:rPr lang="en-US" sz="600" b="0" baseline="30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®  </a:t>
            </a:r>
            <a:r>
              <a:rPr lang="en-US" sz="600" b="0" baseline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 a trademark belonging to Capgemini.</a:t>
            </a:r>
            <a:endParaRPr lang="en-US" sz="600" b="0" kern="0" noProof="1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gray">
          <a:xfrm>
            <a:off x="1106088" y="3693226"/>
            <a:ext cx="4259840" cy="2015590"/>
          </a:xfrm>
          <a:custGeom>
            <a:avLst/>
            <a:gdLst>
              <a:gd name="connsiteX0" fmla="*/ 0 w 4423977"/>
              <a:gd name="connsiteY0" fmla="*/ 164137 h 2296914"/>
              <a:gd name="connsiteX1" fmla="*/ 48075 w 4423977"/>
              <a:gd name="connsiteY1" fmla="*/ 48075 h 2296914"/>
              <a:gd name="connsiteX2" fmla="*/ 164138 w 4423977"/>
              <a:gd name="connsiteY2" fmla="*/ 1 h 2296914"/>
              <a:gd name="connsiteX3" fmla="*/ 4259840 w 4423977"/>
              <a:gd name="connsiteY3" fmla="*/ 0 h 2296914"/>
              <a:gd name="connsiteX4" fmla="*/ 4375902 w 4423977"/>
              <a:gd name="connsiteY4" fmla="*/ 48075 h 2296914"/>
              <a:gd name="connsiteX5" fmla="*/ 4423976 w 4423977"/>
              <a:gd name="connsiteY5" fmla="*/ 164138 h 2296914"/>
              <a:gd name="connsiteX6" fmla="*/ 4423977 w 4423977"/>
              <a:gd name="connsiteY6" fmla="*/ 2132777 h 2296914"/>
              <a:gd name="connsiteX7" fmla="*/ 4375902 w 4423977"/>
              <a:gd name="connsiteY7" fmla="*/ 2248839 h 2296914"/>
              <a:gd name="connsiteX8" fmla="*/ 4259840 w 4423977"/>
              <a:gd name="connsiteY8" fmla="*/ 2296914 h 2296914"/>
              <a:gd name="connsiteX9" fmla="*/ 164137 w 4423977"/>
              <a:gd name="connsiteY9" fmla="*/ 2296914 h 2296914"/>
              <a:gd name="connsiteX10" fmla="*/ 48075 w 4423977"/>
              <a:gd name="connsiteY10" fmla="*/ 2248839 h 2296914"/>
              <a:gd name="connsiteX11" fmla="*/ 0 w 4423977"/>
              <a:gd name="connsiteY11" fmla="*/ 2132777 h 2296914"/>
              <a:gd name="connsiteX12" fmla="*/ 0 w 4423977"/>
              <a:gd name="connsiteY12" fmla="*/ 164137 h 2296914"/>
              <a:gd name="connsiteX0" fmla="*/ 0 w 4969813"/>
              <a:gd name="connsiteY0" fmla="*/ 164137 h 2488240"/>
              <a:gd name="connsiteX1" fmla="*/ 48075 w 4969813"/>
              <a:gd name="connsiteY1" fmla="*/ 48075 h 2488240"/>
              <a:gd name="connsiteX2" fmla="*/ 164138 w 4969813"/>
              <a:gd name="connsiteY2" fmla="*/ 1 h 2488240"/>
              <a:gd name="connsiteX3" fmla="*/ 4259840 w 4969813"/>
              <a:gd name="connsiteY3" fmla="*/ 0 h 2488240"/>
              <a:gd name="connsiteX4" fmla="*/ 4375902 w 4969813"/>
              <a:gd name="connsiteY4" fmla="*/ 48075 h 2488240"/>
              <a:gd name="connsiteX5" fmla="*/ 4423976 w 4969813"/>
              <a:gd name="connsiteY5" fmla="*/ 164138 h 2488240"/>
              <a:gd name="connsiteX6" fmla="*/ 4423977 w 4969813"/>
              <a:gd name="connsiteY6" fmla="*/ 2132777 h 2488240"/>
              <a:gd name="connsiteX7" fmla="*/ 4259840 w 4969813"/>
              <a:gd name="connsiteY7" fmla="*/ 2296914 h 2488240"/>
              <a:gd name="connsiteX8" fmla="*/ 164137 w 4969813"/>
              <a:gd name="connsiteY8" fmla="*/ 2296914 h 2488240"/>
              <a:gd name="connsiteX9" fmla="*/ 48075 w 4969813"/>
              <a:gd name="connsiteY9" fmla="*/ 2248839 h 2488240"/>
              <a:gd name="connsiteX10" fmla="*/ 0 w 4969813"/>
              <a:gd name="connsiteY10" fmla="*/ 2132777 h 2488240"/>
              <a:gd name="connsiteX11" fmla="*/ 0 w 4969813"/>
              <a:gd name="connsiteY11" fmla="*/ 164137 h 2488240"/>
              <a:gd name="connsiteX0" fmla="*/ 0 w 4969813"/>
              <a:gd name="connsiteY0" fmla="*/ 164137 h 2296914"/>
              <a:gd name="connsiteX1" fmla="*/ 48075 w 4969813"/>
              <a:gd name="connsiteY1" fmla="*/ 48075 h 2296914"/>
              <a:gd name="connsiteX2" fmla="*/ 164138 w 4969813"/>
              <a:gd name="connsiteY2" fmla="*/ 1 h 2296914"/>
              <a:gd name="connsiteX3" fmla="*/ 4259840 w 4969813"/>
              <a:gd name="connsiteY3" fmla="*/ 0 h 2296914"/>
              <a:gd name="connsiteX4" fmla="*/ 4375902 w 4969813"/>
              <a:gd name="connsiteY4" fmla="*/ 48075 h 2296914"/>
              <a:gd name="connsiteX5" fmla="*/ 4423976 w 4969813"/>
              <a:gd name="connsiteY5" fmla="*/ 164138 h 2296914"/>
              <a:gd name="connsiteX6" fmla="*/ 4259840 w 4969813"/>
              <a:gd name="connsiteY6" fmla="*/ 2296914 h 2296914"/>
              <a:gd name="connsiteX7" fmla="*/ 164137 w 4969813"/>
              <a:gd name="connsiteY7" fmla="*/ 2296914 h 2296914"/>
              <a:gd name="connsiteX8" fmla="*/ 48075 w 4969813"/>
              <a:gd name="connsiteY8" fmla="*/ 2248839 h 2296914"/>
              <a:gd name="connsiteX9" fmla="*/ 0 w 4969813"/>
              <a:gd name="connsiteY9" fmla="*/ 2132777 h 2296914"/>
              <a:gd name="connsiteX10" fmla="*/ 0 w 4969813"/>
              <a:gd name="connsiteY10" fmla="*/ 164137 h 2296914"/>
              <a:gd name="connsiteX0" fmla="*/ 0 w 4961801"/>
              <a:gd name="connsiteY0" fmla="*/ 498881 h 2631658"/>
              <a:gd name="connsiteX1" fmla="*/ 48075 w 4961801"/>
              <a:gd name="connsiteY1" fmla="*/ 382819 h 2631658"/>
              <a:gd name="connsiteX2" fmla="*/ 164138 w 4961801"/>
              <a:gd name="connsiteY2" fmla="*/ 334745 h 2631658"/>
              <a:gd name="connsiteX3" fmla="*/ 4259840 w 4961801"/>
              <a:gd name="connsiteY3" fmla="*/ 334744 h 2631658"/>
              <a:gd name="connsiteX4" fmla="*/ 4375902 w 4961801"/>
              <a:gd name="connsiteY4" fmla="*/ 382819 h 2631658"/>
              <a:gd name="connsiteX5" fmla="*/ 4259840 w 4961801"/>
              <a:gd name="connsiteY5" fmla="*/ 2631658 h 2631658"/>
              <a:gd name="connsiteX6" fmla="*/ 164137 w 4961801"/>
              <a:gd name="connsiteY6" fmla="*/ 2631658 h 2631658"/>
              <a:gd name="connsiteX7" fmla="*/ 48075 w 4961801"/>
              <a:gd name="connsiteY7" fmla="*/ 2583583 h 2631658"/>
              <a:gd name="connsiteX8" fmla="*/ 0 w 4961801"/>
              <a:gd name="connsiteY8" fmla="*/ 2467521 h 2631658"/>
              <a:gd name="connsiteX9" fmla="*/ 0 w 4961801"/>
              <a:gd name="connsiteY9" fmla="*/ 498881 h 2631658"/>
              <a:gd name="connsiteX0" fmla="*/ 0 w 4942457"/>
              <a:gd name="connsiteY0" fmla="*/ 164137 h 2296914"/>
              <a:gd name="connsiteX1" fmla="*/ 48075 w 4942457"/>
              <a:gd name="connsiteY1" fmla="*/ 48075 h 2296914"/>
              <a:gd name="connsiteX2" fmla="*/ 164138 w 4942457"/>
              <a:gd name="connsiteY2" fmla="*/ 1 h 2296914"/>
              <a:gd name="connsiteX3" fmla="*/ 4259840 w 4942457"/>
              <a:gd name="connsiteY3" fmla="*/ 0 h 2296914"/>
              <a:gd name="connsiteX4" fmla="*/ 4259840 w 4942457"/>
              <a:gd name="connsiteY4" fmla="*/ 2296914 h 2296914"/>
              <a:gd name="connsiteX5" fmla="*/ 164137 w 4942457"/>
              <a:gd name="connsiteY5" fmla="*/ 2296914 h 2296914"/>
              <a:gd name="connsiteX6" fmla="*/ 48075 w 4942457"/>
              <a:gd name="connsiteY6" fmla="*/ 2248839 h 2296914"/>
              <a:gd name="connsiteX7" fmla="*/ 0 w 4942457"/>
              <a:gd name="connsiteY7" fmla="*/ 2132777 h 2296914"/>
              <a:gd name="connsiteX8" fmla="*/ 0 w 4942457"/>
              <a:gd name="connsiteY8" fmla="*/ 164137 h 2296914"/>
              <a:gd name="connsiteX0" fmla="*/ 4259840 w 4942457"/>
              <a:gd name="connsiteY0" fmla="*/ 0 h 2296914"/>
              <a:gd name="connsiteX1" fmla="*/ 4259840 w 4942457"/>
              <a:gd name="connsiteY1" fmla="*/ 2296914 h 2296914"/>
              <a:gd name="connsiteX2" fmla="*/ 164137 w 4942457"/>
              <a:gd name="connsiteY2" fmla="*/ 2296914 h 2296914"/>
              <a:gd name="connsiteX3" fmla="*/ 48075 w 4942457"/>
              <a:gd name="connsiteY3" fmla="*/ 2248839 h 2296914"/>
              <a:gd name="connsiteX4" fmla="*/ 0 w 4942457"/>
              <a:gd name="connsiteY4" fmla="*/ 2132777 h 2296914"/>
              <a:gd name="connsiteX5" fmla="*/ 0 w 4942457"/>
              <a:gd name="connsiteY5" fmla="*/ 164137 h 2296914"/>
              <a:gd name="connsiteX6" fmla="*/ 48075 w 4942457"/>
              <a:gd name="connsiteY6" fmla="*/ 48075 h 2296914"/>
              <a:gd name="connsiteX7" fmla="*/ 164138 w 4942457"/>
              <a:gd name="connsiteY7" fmla="*/ 1 h 2296914"/>
              <a:gd name="connsiteX8" fmla="*/ 4351280 w 4942457"/>
              <a:gd name="connsiteY8" fmla="*/ 91440 h 2296914"/>
              <a:gd name="connsiteX0" fmla="*/ 4259840 w 4351280"/>
              <a:gd name="connsiteY0" fmla="*/ 2296914 h 2296914"/>
              <a:gd name="connsiteX1" fmla="*/ 164137 w 4351280"/>
              <a:gd name="connsiteY1" fmla="*/ 2296914 h 2296914"/>
              <a:gd name="connsiteX2" fmla="*/ 48075 w 4351280"/>
              <a:gd name="connsiteY2" fmla="*/ 2248839 h 2296914"/>
              <a:gd name="connsiteX3" fmla="*/ 0 w 4351280"/>
              <a:gd name="connsiteY3" fmla="*/ 2132777 h 2296914"/>
              <a:gd name="connsiteX4" fmla="*/ 0 w 4351280"/>
              <a:gd name="connsiteY4" fmla="*/ 164137 h 2296914"/>
              <a:gd name="connsiteX5" fmla="*/ 48075 w 4351280"/>
              <a:gd name="connsiteY5" fmla="*/ 48075 h 2296914"/>
              <a:gd name="connsiteX6" fmla="*/ 164138 w 4351280"/>
              <a:gd name="connsiteY6" fmla="*/ 1 h 2296914"/>
              <a:gd name="connsiteX7" fmla="*/ 4351280 w 4351280"/>
              <a:gd name="connsiteY7" fmla="*/ 91440 h 2296914"/>
              <a:gd name="connsiteX0" fmla="*/ 4259840 w 4330731"/>
              <a:gd name="connsiteY0" fmla="*/ 2297942 h 2297942"/>
              <a:gd name="connsiteX1" fmla="*/ 164137 w 4330731"/>
              <a:gd name="connsiteY1" fmla="*/ 2297942 h 2297942"/>
              <a:gd name="connsiteX2" fmla="*/ 48075 w 4330731"/>
              <a:gd name="connsiteY2" fmla="*/ 2249867 h 2297942"/>
              <a:gd name="connsiteX3" fmla="*/ 0 w 4330731"/>
              <a:gd name="connsiteY3" fmla="*/ 2133805 h 2297942"/>
              <a:gd name="connsiteX4" fmla="*/ 0 w 4330731"/>
              <a:gd name="connsiteY4" fmla="*/ 165165 h 2297942"/>
              <a:gd name="connsiteX5" fmla="*/ 48075 w 4330731"/>
              <a:gd name="connsiteY5" fmla="*/ 49103 h 2297942"/>
              <a:gd name="connsiteX6" fmla="*/ 164138 w 4330731"/>
              <a:gd name="connsiteY6" fmla="*/ 1029 h 2297942"/>
              <a:gd name="connsiteX7" fmla="*/ 4330731 w 4330731"/>
              <a:gd name="connsiteY7" fmla="*/ 0 h 2297942"/>
              <a:gd name="connsiteX0" fmla="*/ 4259840 w 4259840"/>
              <a:gd name="connsiteY0" fmla="*/ 2296914 h 2296914"/>
              <a:gd name="connsiteX1" fmla="*/ 164137 w 4259840"/>
              <a:gd name="connsiteY1" fmla="*/ 2296914 h 2296914"/>
              <a:gd name="connsiteX2" fmla="*/ 48075 w 4259840"/>
              <a:gd name="connsiteY2" fmla="*/ 2248839 h 2296914"/>
              <a:gd name="connsiteX3" fmla="*/ 0 w 4259840"/>
              <a:gd name="connsiteY3" fmla="*/ 2132777 h 2296914"/>
              <a:gd name="connsiteX4" fmla="*/ 0 w 4259840"/>
              <a:gd name="connsiteY4" fmla="*/ 164137 h 2296914"/>
              <a:gd name="connsiteX5" fmla="*/ 48075 w 4259840"/>
              <a:gd name="connsiteY5" fmla="*/ 48075 h 2296914"/>
              <a:gd name="connsiteX6" fmla="*/ 164138 w 4259840"/>
              <a:gd name="connsiteY6" fmla="*/ 1 h 2296914"/>
              <a:gd name="connsiteX0" fmla="*/ 4259840 w 4259840"/>
              <a:gd name="connsiteY0" fmla="*/ 2248839 h 2248839"/>
              <a:gd name="connsiteX1" fmla="*/ 164137 w 4259840"/>
              <a:gd name="connsiteY1" fmla="*/ 2248839 h 2248839"/>
              <a:gd name="connsiteX2" fmla="*/ 48075 w 4259840"/>
              <a:gd name="connsiteY2" fmla="*/ 2200764 h 2248839"/>
              <a:gd name="connsiteX3" fmla="*/ 0 w 4259840"/>
              <a:gd name="connsiteY3" fmla="*/ 2084702 h 2248839"/>
              <a:gd name="connsiteX4" fmla="*/ 0 w 4259840"/>
              <a:gd name="connsiteY4" fmla="*/ 116062 h 2248839"/>
              <a:gd name="connsiteX5" fmla="*/ 48075 w 4259840"/>
              <a:gd name="connsiteY5" fmla="*/ 0 h 2248839"/>
              <a:gd name="connsiteX0" fmla="*/ 4259840 w 4259840"/>
              <a:gd name="connsiteY0" fmla="*/ 2132777 h 2132777"/>
              <a:gd name="connsiteX1" fmla="*/ 164137 w 4259840"/>
              <a:gd name="connsiteY1" fmla="*/ 2132777 h 2132777"/>
              <a:gd name="connsiteX2" fmla="*/ 48075 w 4259840"/>
              <a:gd name="connsiteY2" fmla="*/ 2084702 h 2132777"/>
              <a:gd name="connsiteX3" fmla="*/ 0 w 4259840"/>
              <a:gd name="connsiteY3" fmla="*/ 1968640 h 2132777"/>
              <a:gd name="connsiteX4" fmla="*/ 0 w 4259840"/>
              <a:gd name="connsiteY4" fmla="*/ 0 h 213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9840" h="2132777">
                <a:moveTo>
                  <a:pt x="4259840" y="2132777"/>
                </a:moveTo>
                <a:lnTo>
                  <a:pt x="164137" y="2132777"/>
                </a:lnTo>
                <a:cubicBezTo>
                  <a:pt x="120605" y="2132777"/>
                  <a:pt x="78856" y="2115484"/>
                  <a:pt x="48075" y="2084702"/>
                </a:cubicBezTo>
                <a:cubicBezTo>
                  <a:pt x="17293" y="2053920"/>
                  <a:pt x="0" y="2012171"/>
                  <a:pt x="0" y="1968640"/>
                </a:cubicBezTo>
                <a:lnTo>
                  <a:pt x="0" y="0"/>
                </a:lnTo>
              </a:path>
            </a:pathLst>
          </a:custGeom>
          <a:noFill/>
          <a:ln w="19050" cap="flat" cmpd="sng" algn="ctr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240000" scaled="0"/>
              <a:tileRect/>
            </a:gradFill>
            <a:prstDash val="solid"/>
            <a:round/>
          </a:ln>
          <a:effectLst/>
        </p:spPr>
        <p:txBody>
          <a:bodyPr wrap="square" lIns="360000" tIns="50951" rIns="216000" bIns="144000" rtlCol="0" anchor="b"/>
          <a:lstStyle/>
          <a:p>
            <a:pPr marL="0" marR="0" indent="0" algn="just" defTabSz="10429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chemeClr val="bg1"/>
                </a:solidFill>
                <a:latin typeface="Arial"/>
                <a:cs typeface="Arial"/>
              </a:rPr>
              <a:t>About Capgemini</a:t>
            </a:r>
            <a:endParaRPr lang="en-US" sz="10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endParaRPr lang="en-US" sz="10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With 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more than 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130,000 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people in 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over 40 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countries, Capgemini is one of the world's foremost providers of consulting, technology and outsourcing services. The Group reported 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2013</a:t>
            </a:r>
            <a:r>
              <a:rPr lang="en-US" sz="1000" baseline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global 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revenues of 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EUR 10.1 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billion.</a:t>
            </a:r>
          </a:p>
          <a:p>
            <a:pPr marL="0" indent="0" algn="just"/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Together with its clients, Capgemini creates and delivers business and technology solutions that fit their needs and drive the results they want. A deeply multicultural organization, Capgemini has developed its own way of working, the Collaborative Business Experience</a:t>
            </a:r>
            <a:r>
              <a:rPr lang="en-US" sz="1000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TM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and draws on Rightshore</a:t>
            </a:r>
            <a:r>
              <a:rPr lang="en-US" sz="1000" b="1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®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its worldwide delivery model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1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Image 9" descr="ppt_Label_CBE.png"/>
          <p:cNvPicPr>
            <a:picLocks noChangeAspect="1"/>
          </p:cNvPicPr>
          <p:nvPr userDrawn="1"/>
        </p:nvPicPr>
        <p:blipFill>
          <a:blip r:embed="rId6" cstate="email"/>
          <a:stretch>
            <a:fillRect/>
          </a:stretch>
        </p:blipFill>
        <p:spPr>
          <a:xfrm>
            <a:off x="814448" y="3458687"/>
            <a:ext cx="576000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/>
        </p:nvGraphicFramePr>
        <p:xfrm>
          <a:off x="0" y="0"/>
          <a:ext cx="147061" cy="143985"/>
        </p:xfrm>
        <a:graphic>
          <a:graphicData uri="http://schemas.openxmlformats.org/presentationml/2006/ole">
            <p:oleObj spid="_x0000_s155650" name="think-cell Slide" r:id="rId5" imgW="360" imgH="360" progId="">
              <p:embed/>
            </p:oleObj>
          </a:graphicData>
        </a:graphic>
      </p:graphicFrame>
      <p:sp>
        <p:nvSpPr>
          <p:cNvPr id="7" name="Rectangle 6"/>
          <p:cNvSpPr/>
          <p:nvPr userDrawn="1">
            <p:custDataLst>
              <p:tags r:id="rId2"/>
            </p:custDataLst>
          </p:nvPr>
        </p:nvSpPr>
        <p:spPr>
          <a:xfrm>
            <a:off x="4904792" y="6410445"/>
            <a:ext cx="4382083" cy="251430"/>
          </a:xfrm>
          <a:prstGeom prst="rect">
            <a:avLst/>
          </a:prstGeom>
        </p:spPr>
        <p:txBody>
          <a:bodyPr wrap="square" lIns="33059" tIns="33059" rIns="0" bIns="33059" anchor="b" anchorCtr="0">
            <a:spAutoFit/>
          </a:bodyPr>
          <a:lstStyle/>
          <a:p>
            <a:pPr algn="r"/>
            <a:r>
              <a:rPr lang="en-US" sz="6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information contained in this presentation is </a:t>
            </a:r>
            <a:r>
              <a:rPr lang="en-US" sz="600" b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proprietary.</a:t>
            </a:r>
          </a:p>
          <a:p>
            <a:pPr marL="0" marR="0" indent="0" algn="r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2014 </a:t>
            </a:r>
            <a:r>
              <a:rPr lang="en-US" sz="6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Capgemini. All rights </a:t>
            </a:r>
            <a:r>
              <a:rPr lang="en-US" sz="600" b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reserved. Rightshore</a:t>
            </a:r>
            <a:r>
              <a:rPr lang="en-US" sz="600" b="0" baseline="30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®  </a:t>
            </a:r>
            <a:r>
              <a:rPr lang="en-US" sz="600" b="0" baseline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 a trademark belonging to Capgemini.</a:t>
            </a:r>
            <a:endParaRPr lang="en-US" sz="600" b="0" kern="0" noProof="1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gray">
          <a:xfrm>
            <a:off x="1106088" y="3693226"/>
            <a:ext cx="4259840" cy="2015590"/>
          </a:xfrm>
          <a:custGeom>
            <a:avLst/>
            <a:gdLst>
              <a:gd name="connsiteX0" fmla="*/ 0 w 4423977"/>
              <a:gd name="connsiteY0" fmla="*/ 164137 h 2296914"/>
              <a:gd name="connsiteX1" fmla="*/ 48075 w 4423977"/>
              <a:gd name="connsiteY1" fmla="*/ 48075 h 2296914"/>
              <a:gd name="connsiteX2" fmla="*/ 164138 w 4423977"/>
              <a:gd name="connsiteY2" fmla="*/ 1 h 2296914"/>
              <a:gd name="connsiteX3" fmla="*/ 4259840 w 4423977"/>
              <a:gd name="connsiteY3" fmla="*/ 0 h 2296914"/>
              <a:gd name="connsiteX4" fmla="*/ 4375902 w 4423977"/>
              <a:gd name="connsiteY4" fmla="*/ 48075 h 2296914"/>
              <a:gd name="connsiteX5" fmla="*/ 4423976 w 4423977"/>
              <a:gd name="connsiteY5" fmla="*/ 164138 h 2296914"/>
              <a:gd name="connsiteX6" fmla="*/ 4423977 w 4423977"/>
              <a:gd name="connsiteY6" fmla="*/ 2132777 h 2296914"/>
              <a:gd name="connsiteX7" fmla="*/ 4375902 w 4423977"/>
              <a:gd name="connsiteY7" fmla="*/ 2248839 h 2296914"/>
              <a:gd name="connsiteX8" fmla="*/ 4259840 w 4423977"/>
              <a:gd name="connsiteY8" fmla="*/ 2296914 h 2296914"/>
              <a:gd name="connsiteX9" fmla="*/ 164137 w 4423977"/>
              <a:gd name="connsiteY9" fmla="*/ 2296914 h 2296914"/>
              <a:gd name="connsiteX10" fmla="*/ 48075 w 4423977"/>
              <a:gd name="connsiteY10" fmla="*/ 2248839 h 2296914"/>
              <a:gd name="connsiteX11" fmla="*/ 0 w 4423977"/>
              <a:gd name="connsiteY11" fmla="*/ 2132777 h 2296914"/>
              <a:gd name="connsiteX12" fmla="*/ 0 w 4423977"/>
              <a:gd name="connsiteY12" fmla="*/ 164137 h 2296914"/>
              <a:gd name="connsiteX0" fmla="*/ 0 w 4969813"/>
              <a:gd name="connsiteY0" fmla="*/ 164137 h 2488240"/>
              <a:gd name="connsiteX1" fmla="*/ 48075 w 4969813"/>
              <a:gd name="connsiteY1" fmla="*/ 48075 h 2488240"/>
              <a:gd name="connsiteX2" fmla="*/ 164138 w 4969813"/>
              <a:gd name="connsiteY2" fmla="*/ 1 h 2488240"/>
              <a:gd name="connsiteX3" fmla="*/ 4259840 w 4969813"/>
              <a:gd name="connsiteY3" fmla="*/ 0 h 2488240"/>
              <a:gd name="connsiteX4" fmla="*/ 4375902 w 4969813"/>
              <a:gd name="connsiteY4" fmla="*/ 48075 h 2488240"/>
              <a:gd name="connsiteX5" fmla="*/ 4423976 w 4969813"/>
              <a:gd name="connsiteY5" fmla="*/ 164138 h 2488240"/>
              <a:gd name="connsiteX6" fmla="*/ 4423977 w 4969813"/>
              <a:gd name="connsiteY6" fmla="*/ 2132777 h 2488240"/>
              <a:gd name="connsiteX7" fmla="*/ 4259840 w 4969813"/>
              <a:gd name="connsiteY7" fmla="*/ 2296914 h 2488240"/>
              <a:gd name="connsiteX8" fmla="*/ 164137 w 4969813"/>
              <a:gd name="connsiteY8" fmla="*/ 2296914 h 2488240"/>
              <a:gd name="connsiteX9" fmla="*/ 48075 w 4969813"/>
              <a:gd name="connsiteY9" fmla="*/ 2248839 h 2488240"/>
              <a:gd name="connsiteX10" fmla="*/ 0 w 4969813"/>
              <a:gd name="connsiteY10" fmla="*/ 2132777 h 2488240"/>
              <a:gd name="connsiteX11" fmla="*/ 0 w 4969813"/>
              <a:gd name="connsiteY11" fmla="*/ 164137 h 2488240"/>
              <a:gd name="connsiteX0" fmla="*/ 0 w 4969813"/>
              <a:gd name="connsiteY0" fmla="*/ 164137 h 2296914"/>
              <a:gd name="connsiteX1" fmla="*/ 48075 w 4969813"/>
              <a:gd name="connsiteY1" fmla="*/ 48075 h 2296914"/>
              <a:gd name="connsiteX2" fmla="*/ 164138 w 4969813"/>
              <a:gd name="connsiteY2" fmla="*/ 1 h 2296914"/>
              <a:gd name="connsiteX3" fmla="*/ 4259840 w 4969813"/>
              <a:gd name="connsiteY3" fmla="*/ 0 h 2296914"/>
              <a:gd name="connsiteX4" fmla="*/ 4375902 w 4969813"/>
              <a:gd name="connsiteY4" fmla="*/ 48075 h 2296914"/>
              <a:gd name="connsiteX5" fmla="*/ 4423976 w 4969813"/>
              <a:gd name="connsiteY5" fmla="*/ 164138 h 2296914"/>
              <a:gd name="connsiteX6" fmla="*/ 4259840 w 4969813"/>
              <a:gd name="connsiteY6" fmla="*/ 2296914 h 2296914"/>
              <a:gd name="connsiteX7" fmla="*/ 164137 w 4969813"/>
              <a:gd name="connsiteY7" fmla="*/ 2296914 h 2296914"/>
              <a:gd name="connsiteX8" fmla="*/ 48075 w 4969813"/>
              <a:gd name="connsiteY8" fmla="*/ 2248839 h 2296914"/>
              <a:gd name="connsiteX9" fmla="*/ 0 w 4969813"/>
              <a:gd name="connsiteY9" fmla="*/ 2132777 h 2296914"/>
              <a:gd name="connsiteX10" fmla="*/ 0 w 4969813"/>
              <a:gd name="connsiteY10" fmla="*/ 164137 h 2296914"/>
              <a:gd name="connsiteX0" fmla="*/ 0 w 4961801"/>
              <a:gd name="connsiteY0" fmla="*/ 498881 h 2631658"/>
              <a:gd name="connsiteX1" fmla="*/ 48075 w 4961801"/>
              <a:gd name="connsiteY1" fmla="*/ 382819 h 2631658"/>
              <a:gd name="connsiteX2" fmla="*/ 164138 w 4961801"/>
              <a:gd name="connsiteY2" fmla="*/ 334745 h 2631658"/>
              <a:gd name="connsiteX3" fmla="*/ 4259840 w 4961801"/>
              <a:gd name="connsiteY3" fmla="*/ 334744 h 2631658"/>
              <a:gd name="connsiteX4" fmla="*/ 4375902 w 4961801"/>
              <a:gd name="connsiteY4" fmla="*/ 382819 h 2631658"/>
              <a:gd name="connsiteX5" fmla="*/ 4259840 w 4961801"/>
              <a:gd name="connsiteY5" fmla="*/ 2631658 h 2631658"/>
              <a:gd name="connsiteX6" fmla="*/ 164137 w 4961801"/>
              <a:gd name="connsiteY6" fmla="*/ 2631658 h 2631658"/>
              <a:gd name="connsiteX7" fmla="*/ 48075 w 4961801"/>
              <a:gd name="connsiteY7" fmla="*/ 2583583 h 2631658"/>
              <a:gd name="connsiteX8" fmla="*/ 0 w 4961801"/>
              <a:gd name="connsiteY8" fmla="*/ 2467521 h 2631658"/>
              <a:gd name="connsiteX9" fmla="*/ 0 w 4961801"/>
              <a:gd name="connsiteY9" fmla="*/ 498881 h 2631658"/>
              <a:gd name="connsiteX0" fmla="*/ 0 w 4942457"/>
              <a:gd name="connsiteY0" fmla="*/ 164137 h 2296914"/>
              <a:gd name="connsiteX1" fmla="*/ 48075 w 4942457"/>
              <a:gd name="connsiteY1" fmla="*/ 48075 h 2296914"/>
              <a:gd name="connsiteX2" fmla="*/ 164138 w 4942457"/>
              <a:gd name="connsiteY2" fmla="*/ 1 h 2296914"/>
              <a:gd name="connsiteX3" fmla="*/ 4259840 w 4942457"/>
              <a:gd name="connsiteY3" fmla="*/ 0 h 2296914"/>
              <a:gd name="connsiteX4" fmla="*/ 4259840 w 4942457"/>
              <a:gd name="connsiteY4" fmla="*/ 2296914 h 2296914"/>
              <a:gd name="connsiteX5" fmla="*/ 164137 w 4942457"/>
              <a:gd name="connsiteY5" fmla="*/ 2296914 h 2296914"/>
              <a:gd name="connsiteX6" fmla="*/ 48075 w 4942457"/>
              <a:gd name="connsiteY6" fmla="*/ 2248839 h 2296914"/>
              <a:gd name="connsiteX7" fmla="*/ 0 w 4942457"/>
              <a:gd name="connsiteY7" fmla="*/ 2132777 h 2296914"/>
              <a:gd name="connsiteX8" fmla="*/ 0 w 4942457"/>
              <a:gd name="connsiteY8" fmla="*/ 164137 h 2296914"/>
              <a:gd name="connsiteX0" fmla="*/ 4259840 w 4942457"/>
              <a:gd name="connsiteY0" fmla="*/ 0 h 2296914"/>
              <a:gd name="connsiteX1" fmla="*/ 4259840 w 4942457"/>
              <a:gd name="connsiteY1" fmla="*/ 2296914 h 2296914"/>
              <a:gd name="connsiteX2" fmla="*/ 164137 w 4942457"/>
              <a:gd name="connsiteY2" fmla="*/ 2296914 h 2296914"/>
              <a:gd name="connsiteX3" fmla="*/ 48075 w 4942457"/>
              <a:gd name="connsiteY3" fmla="*/ 2248839 h 2296914"/>
              <a:gd name="connsiteX4" fmla="*/ 0 w 4942457"/>
              <a:gd name="connsiteY4" fmla="*/ 2132777 h 2296914"/>
              <a:gd name="connsiteX5" fmla="*/ 0 w 4942457"/>
              <a:gd name="connsiteY5" fmla="*/ 164137 h 2296914"/>
              <a:gd name="connsiteX6" fmla="*/ 48075 w 4942457"/>
              <a:gd name="connsiteY6" fmla="*/ 48075 h 2296914"/>
              <a:gd name="connsiteX7" fmla="*/ 164138 w 4942457"/>
              <a:gd name="connsiteY7" fmla="*/ 1 h 2296914"/>
              <a:gd name="connsiteX8" fmla="*/ 4351280 w 4942457"/>
              <a:gd name="connsiteY8" fmla="*/ 91440 h 2296914"/>
              <a:gd name="connsiteX0" fmla="*/ 4259840 w 4351280"/>
              <a:gd name="connsiteY0" fmla="*/ 2296914 h 2296914"/>
              <a:gd name="connsiteX1" fmla="*/ 164137 w 4351280"/>
              <a:gd name="connsiteY1" fmla="*/ 2296914 h 2296914"/>
              <a:gd name="connsiteX2" fmla="*/ 48075 w 4351280"/>
              <a:gd name="connsiteY2" fmla="*/ 2248839 h 2296914"/>
              <a:gd name="connsiteX3" fmla="*/ 0 w 4351280"/>
              <a:gd name="connsiteY3" fmla="*/ 2132777 h 2296914"/>
              <a:gd name="connsiteX4" fmla="*/ 0 w 4351280"/>
              <a:gd name="connsiteY4" fmla="*/ 164137 h 2296914"/>
              <a:gd name="connsiteX5" fmla="*/ 48075 w 4351280"/>
              <a:gd name="connsiteY5" fmla="*/ 48075 h 2296914"/>
              <a:gd name="connsiteX6" fmla="*/ 164138 w 4351280"/>
              <a:gd name="connsiteY6" fmla="*/ 1 h 2296914"/>
              <a:gd name="connsiteX7" fmla="*/ 4351280 w 4351280"/>
              <a:gd name="connsiteY7" fmla="*/ 91440 h 2296914"/>
              <a:gd name="connsiteX0" fmla="*/ 4259840 w 4330731"/>
              <a:gd name="connsiteY0" fmla="*/ 2297942 h 2297942"/>
              <a:gd name="connsiteX1" fmla="*/ 164137 w 4330731"/>
              <a:gd name="connsiteY1" fmla="*/ 2297942 h 2297942"/>
              <a:gd name="connsiteX2" fmla="*/ 48075 w 4330731"/>
              <a:gd name="connsiteY2" fmla="*/ 2249867 h 2297942"/>
              <a:gd name="connsiteX3" fmla="*/ 0 w 4330731"/>
              <a:gd name="connsiteY3" fmla="*/ 2133805 h 2297942"/>
              <a:gd name="connsiteX4" fmla="*/ 0 w 4330731"/>
              <a:gd name="connsiteY4" fmla="*/ 165165 h 2297942"/>
              <a:gd name="connsiteX5" fmla="*/ 48075 w 4330731"/>
              <a:gd name="connsiteY5" fmla="*/ 49103 h 2297942"/>
              <a:gd name="connsiteX6" fmla="*/ 164138 w 4330731"/>
              <a:gd name="connsiteY6" fmla="*/ 1029 h 2297942"/>
              <a:gd name="connsiteX7" fmla="*/ 4330731 w 4330731"/>
              <a:gd name="connsiteY7" fmla="*/ 0 h 2297942"/>
              <a:gd name="connsiteX0" fmla="*/ 4259840 w 4259840"/>
              <a:gd name="connsiteY0" fmla="*/ 2296914 h 2296914"/>
              <a:gd name="connsiteX1" fmla="*/ 164137 w 4259840"/>
              <a:gd name="connsiteY1" fmla="*/ 2296914 h 2296914"/>
              <a:gd name="connsiteX2" fmla="*/ 48075 w 4259840"/>
              <a:gd name="connsiteY2" fmla="*/ 2248839 h 2296914"/>
              <a:gd name="connsiteX3" fmla="*/ 0 w 4259840"/>
              <a:gd name="connsiteY3" fmla="*/ 2132777 h 2296914"/>
              <a:gd name="connsiteX4" fmla="*/ 0 w 4259840"/>
              <a:gd name="connsiteY4" fmla="*/ 164137 h 2296914"/>
              <a:gd name="connsiteX5" fmla="*/ 48075 w 4259840"/>
              <a:gd name="connsiteY5" fmla="*/ 48075 h 2296914"/>
              <a:gd name="connsiteX6" fmla="*/ 164138 w 4259840"/>
              <a:gd name="connsiteY6" fmla="*/ 1 h 2296914"/>
              <a:gd name="connsiteX0" fmla="*/ 4259840 w 4259840"/>
              <a:gd name="connsiteY0" fmla="*/ 2248839 h 2248839"/>
              <a:gd name="connsiteX1" fmla="*/ 164137 w 4259840"/>
              <a:gd name="connsiteY1" fmla="*/ 2248839 h 2248839"/>
              <a:gd name="connsiteX2" fmla="*/ 48075 w 4259840"/>
              <a:gd name="connsiteY2" fmla="*/ 2200764 h 2248839"/>
              <a:gd name="connsiteX3" fmla="*/ 0 w 4259840"/>
              <a:gd name="connsiteY3" fmla="*/ 2084702 h 2248839"/>
              <a:gd name="connsiteX4" fmla="*/ 0 w 4259840"/>
              <a:gd name="connsiteY4" fmla="*/ 116062 h 2248839"/>
              <a:gd name="connsiteX5" fmla="*/ 48075 w 4259840"/>
              <a:gd name="connsiteY5" fmla="*/ 0 h 2248839"/>
              <a:gd name="connsiteX0" fmla="*/ 4259840 w 4259840"/>
              <a:gd name="connsiteY0" fmla="*/ 2132777 h 2132777"/>
              <a:gd name="connsiteX1" fmla="*/ 164137 w 4259840"/>
              <a:gd name="connsiteY1" fmla="*/ 2132777 h 2132777"/>
              <a:gd name="connsiteX2" fmla="*/ 48075 w 4259840"/>
              <a:gd name="connsiteY2" fmla="*/ 2084702 h 2132777"/>
              <a:gd name="connsiteX3" fmla="*/ 0 w 4259840"/>
              <a:gd name="connsiteY3" fmla="*/ 1968640 h 2132777"/>
              <a:gd name="connsiteX4" fmla="*/ 0 w 4259840"/>
              <a:gd name="connsiteY4" fmla="*/ 0 h 213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9840" h="2132777">
                <a:moveTo>
                  <a:pt x="4259840" y="2132777"/>
                </a:moveTo>
                <a:lnTo>
                  <a:pt x="164137" y="2132777"/>
                </a:lnTo>
                <a:cubicBezTo>
                  <a:pt x="120605" y="2132777"/>
                  <a:pt x="78856" y="2115484"/>
                  <a:pt x="48075" y="2084702"/>
                </a:cubicBezTo>
                <a:cubicBezTo>
                  <a:pt x="17293" y="2053920"/>
                  <a:pt x="0" y="2012171"/>
                  <a:pt x="0" y="1968640"/>
                </a:cubicBezTo>
                <a:lnTo>
                  <a:pt x="0" y="0"/>
                </a:lnTo>
              </a:path>
            </a:pathLst>
          </a:custGeom>
          <a:noFill/>
          <a:ln w="19050" cap="flat" cmpd="sng" algn="ctr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240000" scaled="0"/>
              <a:tileRect/>
            </a:gradFill>
            <a:prstDash val="solid"/>
            <a:round/>
          </a:ln>
          <a:effectLst/>
        </p:spPr>
        <p:txBody>
          <a:bodyPr wrap="square" lIns="360000" tIns="50951" rIns="216000" bIns="144000" rtlCol="0" anchor="b"/>
          <a:lstStyle/>
          <a:p>
            <a:pPr marL="0" marR="0" indent="0" algn="just" defTabSz="10429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chemeClr val="bg1"/>
                </a:solidFill>
                <a:latin typeface="Arial"/>
                <a:cs typeface="Arial"/>
              </a:rPr>
              <a:t>About Capgemini</a:t>
            </a:r>
            <a:endParaRPr lang="en-US" sz="10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endParaRPr lang="en-US" sz="10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With almost 140,000 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people in 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over 40 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countries, Capgemini is one of the world's foremost providers of consulting, technology and outsourcing services. The Group reported 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2013</a:t>
            </a:r>
            <a:r>
              <a:rPr lang="en-US" sz="1000" baseline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global 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revenues of 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EUR 10.1 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billion.</a:t>
            </a:r>
          </a:p>
          <a:p>
            <a:pPr marL="0" indent="0" algn="just"/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Together with its clients, Capgemini creates and delivers business and technology solutions that fit their needs and drive the results they want. A deeply multicultural organization, Capgemini has developed its own way of working, the Collaborative Business Experience</a:t>
            </a:r>
            <a:r>
              <a:rPr lang="en-US" sz="1000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TM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and draws on Rightshore</a:t>
            </a:r>
            <a:r>
              <a:rPr lang="en-US" sz="1000" b="1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®</a:t>
            </a:r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its worldwide delivery model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1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Image 10" descr="ppt_Label_CBE.png"/>
          <p:cNvPicPr>
            <a:picLocks noChangeAspect="1"/>
          </p:cNvPicPr>
          <p:nvPr userDrawn="1"/>
        </p:nvPicPr>
        <p:blipFill>
          <a:blip r:embed="rId6" cstate="email"/>
          <a:stretch>
            <a:fillRect/>
          </a:stretch>
        </p:blipFill>
        <p:spPr>
          <a:xfrm>
            <a:off x="814448" y="3458687"/>
            <a:ext cx="576000" cy="576000"/>
          </a:xfrm>
          <a:prstGeom prst="rect">
            <a:avLst/>
          </a:prstGeom>
        </p:spPr>
      </p:pic>
      <p:pic>
        <p:nvPicPr>
          <p:cNvPr id="8" name="Image 7" descr="Locations_Map_2014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5462650" y="3376052"/>
            <a:ext cx="3894968" cy="187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30049" name="think-cell Slide" r:id="rId4" imgW="360" imgH="360" progId="">
              <p:embed/>
            </p:oleObj>
          </a:graphicData>
        </a:graphic>
      </p:graphicFrame>
      <p:sp>
        <p:nvSpPr>
          <p:cNvPr id="4" name="Rectangle 3"/>
          <p:cNvSpPr/>
          <p:nvPr userDrawn="1">
            <p:custDataLst>
              <p:tags r:id="rId2"/>
            </p:custDataLst>
          </p:nvPr>
        </p:nvSpPr>
        <p:spPr>
          <a:xfrm>
            <a:off x="4904792" y="6410445"/>
            <a:ext cx="4382083" cy="251430"/>
          </a:xfrm>
          <a:prstGeom prst="rect">
            <a:avLst/>
          </a:prstGeom>
        </p:spPr>
        <p:txBody>
          <a:bodyPr wrap="square" lIns="33059" tIns="33059" rIns="0" bIns="33059" anchor="b" anchorCtr="0">
            <a:spAutoFit/>
          </a:bodyPr>
          <a:lstStyle/>
          <a:p>
            <a:pPr algn="r"/>
            <a:r>
              <a:rPr lang="en-US" sz="6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information contained in this presentation is </a:t>
            </a:r>
            <a:r>
              <a:rPr lang="en-US" sz="600" b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proprietary.</a:t>
            </a:r>
          </a:p>
          <a:p>
            <a:pPr marL="0" marR="0" indent="0" algn="r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2014 </a:t>
            </a:r>
            <a:r>
              <a:rPr lang="en-US" sz="6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Capgemini. All rights </a:t>
            </a:r>
            <a:r>
              <a:rPr lang="en-US" sz="600" b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reserved.</a:t>
            </a:r>
            <a:r>
              <a:rPr lang="en-US" sz="600" b="0" baseline="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600" b="0" kern="0" noProof="1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ppt_People_shutterstock_46801036.jpg"/>
          <p:cNvPicPr>
            <a:picLocks noChangeAspect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>
          <a:xfrm>
            <a:off x="0" y="0"/>
            <a:ext cx="9906000" cy="4898571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47458" name="think-cell Slide" r:id="rId6" imgW="360" imgH="360" progId="">
              <p:embed/>
            </p:oleObj>
          </a:graphicData>
        </a:graphic>
      </p:graphicFrame>
      <p:sp>
        <p:nvSpPr>
          <p:cNvPr id="7" name="Rectangle 7"/>
          <p:cNvSpPr/>
          <p:nvPr userDrawn="1">
            <p:custDataLst>
              <p:tags r:id="rId2"/>
            </p:custDataLst>
          </p:nvPr>
        </p:nvSpPr>
        <p:spPr bwMode="auto">
          <a:xfrm flipV="1">
            <a:off x="-1175" y="3384911"/>
            <a:ext cx="9907176" cy="3473089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411"/>
              <a:gd name="connsiteY0" fmla="*/ 2791 h 3881172"/>
              <a:gd name="connsiteX1" fmla="*/ 10561655 w 10562411"/>
              <a:gd name="connsiteY1" fmla="*/ 0 h 3881172"/>
              <a:gd name="connsiteX2" fmla="*/ 10561157 w 10562411"/>
              <a:gd name="connsiteY2" fmla="*/ 1476338 h 3881172"/>
              <a:gd name="connsiteX3" fmla="*/ 9288594 w 10562411"/>
              <a:gd name="connsiteY3" fmla="*/ 2153103 h 3881172"/>
              <a:gd name="connsiteX4" fmla="*/ 2317558 w 10562411"/>
              <a:gd name="connsiteY4" fmla="*/ 2159512 h 3881172"/>
              <a:gd name="connsiteX5" fmla="*/ 1180889 w 10562411"/>
              <a:gd name="connsiteY5" fmla="*/ 2958168 h 3881172"/>
              <a:gd name="connsiteX6" fmla="*/ 0 w 10562411"/>
              <a:gd name="connsiteY6" fmla="*/ 2174065 h 3881172"/>
              <a:gd name="connsiteX7" fmla="*/ 1331 w 10562411"/>
              <a:gd name="connsiteY7" fmla="*/ 2791 h 3881172"/>
              <a:gd name="connsiteX0" fmla="*/ 1331 w 10562411"/>
              <a:gd name="connsiteY0" fmla="*/ 2791 h 4143392"/>
              <a:gd name="connsiteX1" fmla="*/ 10561655 w 10562411"/>
              <a:gd name="connsiteY1" fmla="*/ 0 h 4143392"/>
              <a:gd name="connsiteX2" fmla="*/ 10561157 w 10562411"/>
              <a:gd name="connsiteY2" fmla="*/ 1476338 h 4143392"/>
              <a:gd name="connsiteX3" fmla="*/ 9288594 w 10562411"/>
              <a:gd name="connsiteY3" fmla="*/ 2153103 h 4143392"/>
              <a:gd name="connsiteX4" fmla="*/ 2317558 w 10562411"/>
              <a:gd name="connsiteY4" fmla="*/ 2159512 h 4143392"/>
              <a:gd name="connsiteX5" fmla="*/ 1180889 w 10562411"/>
              <a:gd name="connsiteY5" fmla="*/ 2958168 h 4143392"/>
              <a:gd name="connsiteX6" fmla="*/ 0 w 10562411"/>
              <a:gd name="connsiteY6" fmla="*/ 2174065 h 4143392"/>
              <a:gd name="connsiteX7" fmla="*/ 1331 w 10562411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336031 w 10580884"/>
              <a:gd name="connsiteY4" fmla="*/ 2159512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013072 w 10580884"/>
              <a:gd name="connsiteY3" fmla="*/ 3716089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4 w 10580641"/>
              <a:gd name="connsiteY2" fmla="*/ 3400831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625733"/>
              <a:gd name="connsiteX1" fmla="*/ 10580128 w 10580641"/>
              <a:gd name="connsiteY1" fmla="*/ 0 h 4625733"/>
              <a:gd name="connsiteX2" fmla="*/ 10559883 w 10580641"/>
              <a:gd name="connsiteY2" fmla="*/ 3953724 h 4625733"/>
              <a:gd name="connsiteX3" fmla="*/ 9013072 w 10580641"/>
              <a:gd name="connsiteY3" fmla="*/ 3716089 h 4625733"/>
              <a:gd name="connsiteX4" fmla="*/ 2283533 w 10580641"/>
              <a:gd name="connsiteY4" fmla="*/ 3711866 h 4625733"/>
              <a:gd name="connsiteX5" fmla="*/ 1199362 w 10580641"/>
              <a:gd name="connsiteY5" fmla="*/ 2958168 h 4625733"/>
              <a:gd name="connsiteX6" fmla="*/ 0 w 10580641"/>
              <a:gd name="connsiteY6" fmla="*/ 3726419 h 4625733"/>
              <a:gd name="connsiteX7" fmla="*/ 19804 w 10580641"/>
              <a:gd name="connsiteY7" fmla="*/ 2791 h 4625733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37052 h 3953724"/>
              <a:gd name="connsiteX7" fmla="*/ 19804 w 10580641"/>
              <a:gd name="connsiteY7" fmla="*/ 2791 h 3953724"/>
              <a:gd name="connsiteX0" fmla="*/ 0 w 10581837"/>
              <a:gd name="connsiteY0" fmla="*/ 13424 h 3953724"/>
              <a:gd name="connsiteX1" fmla="*/ 10581324 w 10581837"/>
              <a:gd name="connsiteY1" fmla="*/ 0 h 3953724"/>
              <a:gd name="connsiteX2" fmla="*/ 10561079 w 10581837"/>
              <a:gd name="connsiteY2" fmla="*/ 3953724 h 3953724"/>
              <a:gd name="connsiteX3" fmla="*/ 9014268 w 10581837"/>
              <a:gd name="connsiteY3" fmla="*/ 3716089 h 3953724"/>
              <a:gd name="connsiteX4" fmla="*/ 2284729 w 10581837"/>
              <a:gd name="connsiteY4" fmla="*/ 3711866 h 3953724"/>
              <a:gd name="connsiteX5" fmla="*/ 1200558 w 10581837"/>
              <a:gd name="connsiteY5" fmla="*/ 2958168 h 3953724"/>
              <a:gd name="connsiteX6" fmla="*/ 1196 w 10581837"/>
              <a:gd name="connsiteY6" fmla="*/ 3737052 h 3953724"/>
              <a:gd name="connsiteX7" fmla="*/ 0 w 10581837"/>
              <a:gd name="connsiteY7" fmla="*/ 13424 h 3953724"/>
              <a:gd name="connsiteX0" fmla="*/ 0 w 10562333"/>
              <a:gd name="connsiteY0" fmla="*/ 24056 h 3964356"/>
              <a:gd name="connsiteX1" fmla="*/ 10549824 w 10562333"/>
              <a:gd name="connsiteY1" fmla="*/ 0 h 3964356"/>
              <a:gd name="connsiteX2" fmla="*/ 10561079 w 10562333"/>
              <a:gd name="connsiteY2" fmla="*/ 3964356 h 3964356"/>
              <a:gd name="connsiteX3" fmla="*/ 9014268 w 10562333"/>
              <a:gd name="connsiteY3" fmla="*/ 3726721 h 3964356"/>
              <a:gd name="connsiteX4" fmla="*/ 2284729 w 10562333"/>
              <a:gd name="connsiteY4" fmla="*/ 3722498 h 3964356"/>
              <a:gd name="connsiteX5" fmla="*/ 1200558 w 10562333"/>
              <a:gd name="connsiteY5" fmla="*/ 2968800 h 3964356"/>
              <a:gd name="connsiteX6" fmla="*/ 1196 w 10562333"/>
              <a:gd name="connsiteY6" fmla="*/ 3747684 h 3964356"/>
              <a:gd name="connsiteX7" fmla="*/ 0 w 10562333"/>
              <a:gd name="connsiteY7" fmla="*/ 24056 h 3964356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10559884 w 10650182"/>
              <a:gd name="connsiteY0" fmla="*/ 18474 h 3993463"/>
              <a:gd name="connsiteX1" fmla="*/ 10561079 w 10650182"/>
              <a:gd name="connsiteY1" fmla="*/ 3993463 h 3993463"/>
              <a:gd name="connsiteX2" fmla="*/ 9024769 w 10650182"/>
              <a:gd name="connsiteY2" fmla="*/ 3734563 h 3993463"/>
              <a:gd name="connsiteX3" fmla="*/ 2295230 w 10650182"/>
              <a:gd name="connsiteY3" fmla="*/ 3719707 h 3993463"/>
              <a:gd name="connsiteX4" fmla="*/ 1200558 w 10650182"/>
              <a:gd name="connsiteY4" fmla="*/ 2997907 h 3993463"/>
              <a:gd name="connsiteX5" fmla="*/ 0 w 10650182"/>
              <a:gd name="connsiteY5" fmla="*/ 3712996 h 3993463"/>
              <a:gd name="connsiteX6" fmla="*/ 0 w 10650182"/>
              <a:gd name="connsiteY6" fmla="*/ 0 h 3993463"/>
              <a:gd name="connsiteX7" fmla="*/ 10650182 w 10650182"/>
              <a:gd name="connsiteY7" fmla="*/ 109914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10285606 w 10562333"/>
              <a:gd name="connsiteY7" fmla="*/ 418258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9991611 w 10562333"/>
              <a:gd name="connsiteY7" fmla="*/ 56751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0 w 10562846"/>
              <a:gd name="connsiteY5" fmla="*/ 3712996 h 3993463"/>
              <a:gd name="connsiteX6" fmla="*/ 0 w 10562846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2449 w 10562846"/>
              <a:gd name="connsiteY5" fmla="*/ 3734261 h 3993463"/>
              <a:gd name="connsiteX6" fmla="*/ 0 w 10562846"/>
              <a:gd name="connsiteY6" fmla="*/ 0 h 3993463"/>
              <a:gd name="connsiteX0" fmla="*/ 10562334 w 10562847"/>
              <a:gd name="connsiteY0" fmla="*/ 1074357 h 5067820"/>
              <a:gd name="connsiteX1" fmla="*/ 10561080 w 10562847"/>
              <a:gd name="connsiteY1" fmla="*/ 5067820 h 5067820"/>
              <a:gd name="connsiteX2" fmla="*/ 9024770 w 10562847"/>
              <a:gd name="connsiteY2" fmla="*/ 4808920 h 5067820"/>
              <a:gd name="connsiteX3" fmla="*/ 2295231 w 10562847"/>
              <a:gd name="connsiteY3" fmla="*/ 4794064 h 5067820"/>
              <a:gd name="connsiteX4" fmla="*/ 1200559 w 10562847"/>
              <a:gd name="connsiteY4" fmla="*/ 4072264 h 5067820"/>
              <a:gd name="connsiteX5" fmla="*/ 2450 w 10562847"/>
              <a:gd name="connsiteY5" fmla="*/ 4808618 h 5067820"/>
              <a:gd name="connsiteX6" fmla="*/ 0 w 10562847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2450 w 10563360"/>
              <a:gd name="connsiteY5" fmla="*/ 4808618 h 5067820"/>
              <a:gd name="connsiteX6" fmla="*/ 0 w 10563360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514 w 10563360"/>
              <a:gd name="connsiteY5" fmla="*/ 4819150 h 5067820"/>
              <a:gd name="connsiteX6" fmla="*/ 0 w 10563360"/>
              <a:gd name="connsiteY6" fmla="*/ 0 h 5067820"/>
              <a:gd name="connsiteX0" fmla="*/ 10562847 w 10564614"/>
              <a:gd name="connsiteY0" fmla="*/ 0 h 5152083"/>
              <a:gd name="connsiteX1" fmla="*/ 10563360 w 10564614"/>
              <a:gd name="connsiteY1" fmla="*/ 5152083 h 5152083"/>
              <a:gd name="connsiteX2" fmla="*/ 9024770 w 10564614"/>
              <a:gd name="connsiteY2" fmla="*/ 4808920 h 5152083"/>
              <a:gd name="connsiteX3" fmla="*/ 2295231 w 10564614"/>
              <a:gd name="connsiteY3" fmla="*/ 4794064 h 5152083"/>
              <a:gd name="connsiteX4" fmla="*/ 1200559 w 10564614"/>
              <a:gd name="connsiteY4" fmla="*/ 4072264 h 5152083"/>
              <a:gd name="connsiteX5" fmla="*/ 514 w 10564614"/>
              <a:gd name="connsiteY5" fmla="*/ 4819150 h 5152083"/>
              <a:gd name="connsiteX6" fmla="*/ 0 w 10564614"/>
              <a:gd name="connsiteY6" fmla="*/ 0 h 5152083"/>
              <a:gd name="connsiteX0" fmla="*/ 10562847 w 10564614"/>
              <a:gd name="connsiteY0" fmla="*/ 0 h 5183681"/>
              <a:gd name="connsiteX1" fmla="*/ 10563360 w 10564614"/>
              <a:gd name="connsiteY1" fmla="*/ 5183681 h 5183681"/>
              <a:gd name="connsiteX2" fmla="*/ 9024770 w 10564614"/>
              <a:gd name="connsiteY2" fmla="*/ 4808920 h 5183681"/>
              <a:gd name="connsiteX3" fmla="*/ 2295231 w 10564614"/>
              <a:gd name="connsiteY3" fmla="*/ 4794064 h 5183681"/>
              <a:gd name="connsiteX4" fmla="*/ 1200559 w 10564614"/>
              <a:gd name="connsiteY4" fmla="*/ 4072264 h 5183681"/>
              <a:gd name="connsiteX5" fmla="*/ 514 w 10564614"/>
              <a:gd name="connsiteY5" fmla="*/ 4819150 h 5183681"/>
              <a:gd name="connsiteX6" fmla="*/ 0 w 10564614"/>
              <a:gd name="connsiteY6" fmla="*/ 0 h 518368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87552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1864314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333 w 10564100"/>
              <a:gd name="connsiteY0" fmla="*/ 0 h 3793347"/>
              <a:gd name="connsiteX1" fmla="*/ 10562846 w 10564100"/>
              <a:gd name="connsiteY1" fmla="*/ 3793347 h 3793347"/>
              <a:gd name="connsiteX2" fmla="*/ 9024256 w 10564100"/>
              <a:gd name="connsiteY2" fmla="*/ 2944606 h 3793347"/>
              <a:gd name="connsiteX3" fmla="*/ 2294717 w 10564100"/>
              <a:gd name="connsiteY3" fmla="*/ 2929750 h 3793347"/>
              <a:gd name="connsiteX4" fmla="*/ 1200045 w 10564100"/>
              <a:gd name="connsiteY4" fmla="*/ 2207950 h 3793347"/>
              <a:gd name="connsiteX5" fmla="*/ 0 w 10564100"/>
              <a:gd name="connsiteY5" fmla="*/ 2933771 h 3793347"/>
              <a:gd name="connsiteX6" fmla="*/ 30995 w 10564100"/>
              <a:gd name="connsiteY6" fmla="*/ 0 h 3793347"/>
              <a:gd name="connsiteX0" fmla="*/ 10562333 w 10564100"/>
              <a:gd name="connsiteY0" fmla="*/ 0 h 3793347"/>
              <a:gd name="connsiteX1" fmla="*/ 10562846 w 10564100"/>
              <a:gd name="connsiteY1" fmla="*/ 3793347 h 3793347"/>
              <a:gd name="connsiteX2" fmla="*/ 9024256 w 10564100"/>
              <a:gd name="connsiteY2" fmla="*/ 2944606 h 3793347"/>
              <a:gd name="connsiteX3" fmla="*/ 2294717 w 10564100"/>
              <a:gd name="connsiteY3" fmla="*/ 2929750 h 3793347"/>
              <a:gd name="connsiteX4" fmla="*/ 1200045 w 10564100"/>
              <a:gd name="connsiteY4" fmla="*/ 2207950 h 3793347"/>
              <a:gd name="connsiteX5" fmla="*/ 0 w 10564100"/>
              <a:gd name="connsiteY5" fmla="*/ 2933771 h 3793347"/>
              <a:gd name="connsiteX6" fmla="*/ 1254 w 10564100"/>
              <a:gd name="connsiteY6" fmla="*/ 0 h 379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64100" h="3793347">
                <a:moveTo>
                  <a:pt x="10562333" y="0"/>
                </a:moveTo>
                <a:cubicBezTo>
                  <a:pt x="10562846" y="67600"/>
                  <a:pt x="10564100" y="3749932"/>
                  <a:pt x="10562846" y="3793347"/>
                </a:cubicBezTo>
                <a:cubicBezTo>
                  <a:pt x="10190427" y="3056010"/>
                  <a:pt x="9461842" y="2928661"/>
                  <a:pt x="9024256" y="2944606"/>
                </a:cubicBezTo>
                <a:lnTo>
                  <a:pt x="2294717" y="2929750"/>
                </a:lnTo>
                <a:cubicBezTo>
                  <a:pt x="1854084" y="2930298"/>
                  <a:pt x="1423155" y="2679996"/>
                  <a:pt x="1200045" y="2207950"/>
                </a:cubicBezTo>
                <a:cubicBezTo>
                  <a:pt x="964689" y="2886404"/>
                  <a:pt x="278640" y="2932893"/>
                  <a:pt x="0" y="2933771"/>
                </a:cubicBezTo>
                <a:cubicBezTo>
                  <a:pt x="2067" y="2898258"/>
                  <a:pt x="2526" y="95582"/>
                  <a:pt x="1254" y="0"/>
                </a:cubicBezTo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4882388"/>
            <a:ext cx="9906000" cy="1362097"/>
          </a:xfrm>
          <a:prstGeom prst="rect">
            <a:avLst/>
          </a:prstGeom>
        </p:spPr>
        <p:txBody>
          <a:bodyPr vert="horz" lIns="826470" tIns="33059" rIns="66118" bIns="33059" rtlCol="0" anchor="t" anchorCtr="0">
            <a:noAutofit/>
          </a:bodyPr>
          <a:lstStyle>
            <a:lvl1pPr algn="l" defTabSz="914342" rtl="0" eaLnBrk="1" latinLnBrk="0" hangingPunct="1">
              <a:spcBef>
                <a:spcPct val="0"/>
              </a:spcBef>
              <a:buNone/>
              <a:defRPr lang="en-US" sz="4000" b="0" kern="1200" cap="none" baseline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shutterstock_117698956.jpg"/>
          <p:cNvPicPr>
            <a:picLocks noChangeAspect="1"/>
          </p:cNvPicPr>
          <p:nvPr userDrawn="1"/>
        </p:nvPicPr>
        <p:blipFill>
          <a:blip r:embed="rId5" cstate="email">
            <a:lum bright="-31000" contrast="-40000"/>
          </a:blip>
          <a:srcRect r="15033" b="28591"/>
          <a:stretch>
            <a:fillRect/>
          </a:stretch>
        </p:blipFill>
        <p:spPr>
          <a:xfrm>
            <a:off x="0" y="1307812"/>
            <a:ext cx="9906000" cy="5550188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26977" name="think-cell Slide" r:id="rId6" imgW="360" imgH="360" progId="">
              <p:embed/>
            </p:oleObj>
          </a:graphicData>
        </a:graphic>
      </p:graphicFrame>
      <p:sp>
        <p:nvSpPr>
          <p:cNvPr id="4" name="Rectangle 7"/>
          <p:cNvSpPr/>
          <p:nvPr userDrawn="1">
            <p:custDataLst>
              <p:tags r:id="rId2"/>
            </p:custDataLst>
          </p:nvPr>
        </p:nvSpPr>
        <p:spPr bwMode="auto">
          <a:xfrm>
            <a:off x="-2053" y="0"/>
            <a:ext cx="9908534" cy="3329158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8 w 10562411"/>
              <a:gd name="connsiteY0" fmla="*/ 0 h 3670551"/>
              <a:gd name="connsiteX1" fmla="*/ 10561655 w 10562411"/>
              <a:gd name="connsiteY1" fmla="*/ 712383 h 3670551"/>
              <a:gd name="connsiteX2" fmla="*/ 10561157 w 10562411"/>
              <a:gd name="connsiteY2" fmla="*/ 2188721 h 3670551"/>
              <a:gd name="connsiteX3" fmla="*/ 9288594 w 10562411"/>
              <a:gd name="connsiteY3" fmla="*/ 2865486 h 3670551"/>
              <a:gd name="connsiteX4" fmla="*/ 2317558 w 10562411"/>
              <a:gd name="connsiteY4" fmla="*/ 2871895 h 3670551"/>
              <a:gd name="connsiteX5" fmla="*/ 1180889 w 10562411"/>
              <a:gd name="connsiteY5" fmla="*/ 3670551 h 3670551"/>
              <a:gd name="connsiteX6" fmla="*/ 0 w 10562411"/>
              <a:gd name="connsiteY6" fmla="*/ 2886448 h 3670551"/>
              <a:gd name="connsiteX7" fmla="*/ 2188 w 10562411"/>
              <a:gd name="connsiteY7" fmla="*/ 0 h 3670551"/>
              <a:gd name="connsiteX0" fmla="*/ 2188 w 10562585"/>
              <a:gd name="connsiteY0" fmla="*/ 0 h 3670551"/>
              <a:gd name="connsiteX1" fmla="*/ 10562072 w 10562585"/>
              <a:gd name="connsiteY1" fmla="*/ 1 h 3670551"/>
              <a:gd name="connsiteX2" fmla="*/ 10561157 w 10562585"/>
              <a:gd name="connsiteY2" fmla="*/ 2188721 h 3670551"/>
              <a:gd name="connsiteX3" fmla="*/ 9288594 w 10562585"/>
              <a:gd name="connsiteY3" fmla="*/ 2865486 h 3670551"/>
              <a:gd name="connsiteX4" fmla="*/ 2317558 w 10562585"/>
              <a:gd name="connsiteY4" fmla="*/ 2871895 h 3670551"/>
              <a:gd name="connsiteX5" fmla="*/ 1180889 w 10562585"/>
              <a:gd name="connsiteY5" fmla="*/ 3670551 h 3670551"/>
              <a:gd name="connsiteX6" fmla="*/ 0 w 10562585"/>
              <a:gd name="connsiteY6" fmla="*/ 2886448 h 3670551"/>
              <a:gd name="connsiteX7" fmla="*/ 2188 w 10562585"/>
              <a:gd name="connsiteY7" fmla="*/ 0 h 367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585" h="3670551">
                <a:moveTo>
                  <a:pt x="2188" y="0"/>
                </a:moveTo>
                <a:lnTo>
                  <a:pt x="10562072" y="1"/>
                </a:lnTo>
                <a:cubicBezTo>
                  <a:pt x="10562585" y="67601"/>
                  <a:pt x="10562411" y="2145306"/>
                  <a:pt x="10561157" y="2188721"/>
                </a:cubicBezTo>
                <a:cubicBezTo>
                  <a:pt x="10083761" y="2860730"/>
                  <a:pt x="9705180" y="2870806"/>
                  <a:pt x="9288594" y="2865486"/>
                </a:cubicBezTo>
                <a:lnTo>
                  <a:pt x="2317558" y="2871895"/>
                </a:lnTo>
                <a:cubicBezTo>
                  <a:pt x="1740344" y="2905037"/>
                  <a:pt x="1372498" y="3207729"/>
                  <a:pt x="1180889" y="3670551"/>
                </a:cubicBezTo>
                <a:cubicBezTo>
                  <a:pt x="882535" y="2966774"/>
                  <a:pt x="278640" y="2885570"/>
                  <a:pt x="0" y="2886448"/>
                </a:cubicBezTo>
                <a:cubicBezTo>
                  <a:pt x="2067" y="2850935"/>
                  <a:pt x="3460" y="95582"/>
                  <a:pt x="2188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832190"/>
            <a:ext cx="9906000" cy="1143240"/>
          </a:xfrm>
          <a:prstGeom prst="rect">
            <a:avLst/>
          </a:prstGeom>
        </p:spPr>
        <p:txBody>
          <a:bodyPr lIns="330588" tIns="33059" rIns="33059" bIns="33059" anchor="ctr" anchorCtr="0"/>
          <a:lstStyle>
            <a:lvl1pPr algn="l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ppt_Business_shutterstock_95102881.jpg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0" y="0"/>
            <a:ext cx="9906000" cy="6600998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28001" name="think-cell Slide" r:id="rId6" imgW="360" imgH="360" progId="">
              <p:embed/>
            </p:oleObj>
          </a:graphicData>
        </a:graphic>
      </p:graphicFrame>
      <p:sp>
        <p:nvSpPr>
          <p:cNvPr id="7" name="Rectangle 7"/>
          <p:cNvSpPr/>
          <p:nvPr userDrawn="1">
            <p:custDataLst>
              <p:tags r:id="rId2"/>
            </p:custDataLst>
          </p:nvPr>
        </p:nvSpPr>
        <p:spPr bwMode="auto">
          <a:xfrm flipV="1">
            <a:off x="-1175" y="3384911"/>
            <a:ext cx="9907176" cy="3473089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411"/>
              <a:gd name="connsiteY0" fmla="*/ 2791 h 3881172"/>
              <a:gd name="connsiteX1" fmla="*/ 10561655 w 10562411"/>
              <a:gd name="connsiteY1" fmla="*/ 0 h 3881172"/>
              <a:gd name="connsiteX2" fmla="*/ 10561157 w 10562411"/>
              <a:gd name="connsiteY2" fmla="*/ 1476338 h 3881172"/>
              <a:gd name="connsiteX3" fmla="*/ 9288594 w 10562411"/>
              <a:gd name="connsiteY3" fmla="*/ 2153103 h 3881172"/>
              <a:gd name="connsiteX4" fmla="*/ 2317558 w 10562411"/>
              <a:gd name="connsiteY4" fmla="*/ 2159512 h 3881172"/>
              <a:gd name="connsiteX5" fmla="*/ 1180889 w 10562411"/>
              <a:gd name="connsiteY5" fmla="*/ 2958168 h 3881172"/>
              <a:gd name="connsiteX6" fmla="*/ 0 w 10562411"/>
              <a:gd name="connsiteY6" fmla="*/ 2174065 h 3881172"/>
              <a:gd name="connsiteX7" fmla="*/ 1331 w 10562411"/>
              <a:gd name="connsiteY7" fmla="*/ 2791 h 3881172"/>
              <a:gd name="connsiteX0" fmla="*/ 1331 w 10562411"/>
              <a:gd name="connsiteY0" fmla="*/ 2791 h 4143392"/>
              <a:gd name="connsiteX1" fmla="*/ 10561655 w 10562411"/>
              <a:gd name="connsiteY1" fmla="*/ 0 h 4143392"/>
              <a:gd name="connsiteX2" fmla="*/ 10561157 w 10562411"/>
              <a:gd name="connsiteY2" fmla="*/ 1476338 h 4143392"/>
              <a:gd name="connsiteX3" fmla="*/ 9288594 w 10562411"/>
              <a:gd name="connsiteY3" fmla="*/ 2153103 h 4143392"/>
              <a:gd name="connsiteX4" fmla="*/ 2317558 w 10562411"/>
              <a:gd name="connsiteY4" fmla="*/ 2159512 h 4143392"/>
              <a:gd name="connsiteX5" fmla="*/ 1180889 w 10562411"/>
              <a:gd name="connsiteY5" fmla="*/ 2958168 h 4143392"/>
              <a:gd name="connsiteX6" fmla="*/ 0 w 10562411"/>
              <a:gd name="connsiteY6" fmla="*/ 2174065 h 4143392"/>
              <a:gd name="connsiteX7" fmla="*/ 1331 w 10562411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336031 w 10580884"/>
              <a:gd name="connsiteY4" fmla="*/ 2159512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013072 w 10580884"/>
              <a:gd name="connsiteY3" fmla="*/ 3716089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4 w 10580641"/>
              <a:gd name="connsiteY2" fmla="*/ 3400831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625733"/>
              <a:gd name="connsiteX1" fmla="*/ 10580128 w 10580641"/>
              <a:gd name="connsiteY1" fmla="*/ 0 h 4625733"/>
              <a:gd name="connsiteX2" fmla="*/ 10559883 w 10580641"/>
              <a:gd name="connsiteY2" fmla="*/ 3953724 h 4625733"/>
              <a:gd name="connsiteX3" fmla="*/ 9013072 w 10580641"/>
              <a:gd name="connsiteY3" fmla="*/ 3716089 h 4625733"/>
              <a:gd name="connsiteX4" fmla="*/ 2283533 w 10580641"/>
              <a:gd name="connsiteY4" fmla="*/ 3711866 h 4625733"/>
              <a:gd name="connsiteX5" fmla="*/ 1199362 w 10580641"/>
              <a:gd name="connsiteY5" fmla="*/ 2958168 h 4625733"/>
              <a:gd name="connsiteX6" fmla="*/ 0 w 10580641"/>
              <a:gd name="connsiteY6" fmla="*/ 3726419 h 4625733"/>
              <a:gd name="connsiteX7" fmla="*/ 19804 w 10580641"/>
              <a:gd name="connsiteY7" fmla="*/ 2791 h 4625733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37052 h 3953724"/>
              <a:gd name="connsiteX7" fmla="*/ 19804 w 10580641"/>
              <a:gd name="connsiteY7" fmla="*/ 2791 h 3953724"/>
              <a:gd name="connsiteX0" fmla="*/ 0 w 10581837"/>
              <a:gd name="connsiteY0" fmla="*/ 13424 h 3953724"/>
              <a:gd name="connsiteX1" fmla="*/ 10581324 w 10581837"/>
              <a:gd name="connsiteY1" fmla="*/ 0 h 3953724"/>
              <a:gd name="connsiteX2" fmla="*/ 10561079 w 10581837"/>
              <a:gd name="connsiteY2" fmla="*/ 3953724 h 3953724"/>
              <a:gd name="connsiteX3" fmla="*/ 9014268 w 10581837"/>
              <a:gd name="connsiteY3" fmla="*/ 3716089 h 3953724"/>
              <a:gd name="connsiteX4" fmla="*/ 2284729 w 10581837"/>
              <a:gd name="connsiteY4" fmla="*/ 3711866 h 3953724"/>
              <a:gd name="connsiteX5" fmla="*/ 1200558 w 10581837"/>
              <a:gd name="connsiteY5" fmla="*/ 2958168 h 3953724"/>
              <a:gd name="connsiteX6" fmla="*/ 1196 w 10581837"/>
              <a:gd name="connsiteY6" fmla="*/ 3737052 h 3953724"/>
              <a:gd name="connsiteX7" fmla="*/ 0 w 10581837"/>
              <a:gd name="connsiteY7" fmla="*/ 13424 h 3953724"/>
              <a:gd name="connsiteX0" fmla="*/ 0 w 10562333"/>
              <a:gd name="connsiteY0" fmla="*/ 24056 h 3964356"/>
              <a:gd name="connsiteX1" fmla="*/ 10549824 w 10562333"/>
              <a:gd name="connsiteY1" fmla="*/ 0 h 3964356"/>
              <a:gd name="connsiteX2" fmla="*/ 10561079 w 10562333"/>
              <a:gd name="connsiteY2" fmla="*/ 3964356 h 3964356"/>
              <a:gd name="connsiteX3" fmla="*/ 9014268 w 10562333"/>
              <a:gd name="connsiteY3" fmla="*/ 3726721 h 3964356"/>
              <a:gd name="connsiteX4" fmla="*/ 2284729 w 10562333"/>
              <a:gd name="connsiteY4" fmla="*/ 3722498 h 3964356"/>
              <a:gd name="connsiteX5" fmla="*/ 1200558 w 10562333"/>
              <a:gd name="connsiteY5" fmla="*/ 2968800 h 3964356"/>
              <a:gd name="connsiteX6" fmla="*/ 1196 w 10562333"/>
              <a:gd name="connsiteY6" fmla="*/ 3747684 h 3964356"/>
              <a:gd name="connsiteX7" fmla="*/ 0 w 10562333"/>
              <a:gd name="connsiteY7" fmla="*/ 24056 h 3964356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10559884 w 10650182"/>
              <a:gd name="connsiteY0" fmla="*/ 18474 h 3993463"/>
              <a:gd name="connsiteX1" fmla="*/ 10561079 w 10650182"/>
              <a:gd name="connsiteY1" fmla="*/ 3993463 h 3993463"/>
              <a:gd name="connsiteX2" fmla="*/ 9024769 w 10650182"/>
              <a:gd name="connsiteY2" fmla="*/ 3734563 h 3993463"/>
              <a:gd name="connsiteX3" fmla="*/ 2295230 w 10650182"/>
              <a:gd name="connsiteY3" fmla="*/ 3719707 h 3993463"/>
              <a:gd name="connsiteX4" fmla="*/ 1200558 w 10650182"/>
              <a:gd name="connsiteY4" fmla="*/ 2997907 h 3993463"/>
              <a:gd name="connsiteX5" fmla="*/ 0 w 10650182"/>
              <a:gd name="connsiteY5" fmla="*/ 3712996 h 3993463"/>
              <a:gd name="connsiteX6" fmla="*/ 0 w 10650182"/>
              <a:gd name="connsiteY6" fmla="*/ 0 h 3993463"/>
              <a:gd name="connsiteX7" fmla="*/ 10650182 w 10650182"/>
              <a:gd name="connsiteY7" fmla="*/ 109914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10285606 w 10562333"/>
              <a:gd name="connsiteY7" fmla="*/ 418258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9991611 w 10562333"/>
              <a:gd name="connsiteY7" fmla="*/ 56751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0 w 10562846"/>
              <a:gd name="connsiteY5" fmla="*/ 3712996 h 3993463"/>
              <a:gd name="connsiteX6" fmla="*/ 0 w 10562846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2449 w 10562846"/>
              <a:gd name="connsiteY5" fmla="*/ 3734261 h 3993463"/>
              <a:gd name="connsiteX6" fmla="*/ 0 w 10562846"/>
              <a:gd name="connsiteY6" fmla="*/ 0 h 3993463"/>
              <a:gd name="connsiteX0" fmla="*/ 10562334 w 10562847"/>
              <a:gd name="connsiteY0" fmla="*/ 1074357 h 5067820"/>
              <a:gd name="connsiteX1" fmla="*/ 10561080 w 10562847"/>
              <a:gd name="connsiteY1" fmla="*/ 5067820 h 5067820"/>
              <a:gd name="connsiteX2" fmla="*/ 9024770 w 10562847"/>
              <a:gd name="connsiteY2" fmla="*/ 4808920 h 5067820"/>
              <a:gd name="connsiteX3" fmla="*/ 2295231 w 10562847"/>
              <a:gd name="connsiteY3" fmla="*/ 4794064 h 5067820"/>
              <a:gd name="connsiteX4" fmla="*/ 1200559 w 10562847"/>
              <a:gd name="connsiteY4" fmla="*/ 4072264 h 5067820"/>
              <a:gd name="connsiteX5" fmla="*/ 2450 w 10562847"/>
              <a:gd name="connsiteY5" fmla="*/ 4808618 h 5067820"/>
              <a:gd name="connsiteX6" fmla="*/ 0 w 10562847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2450 w 10563360"/>
              <a:gd name="connsiteY5" fmla="*/ 4808618 h 5067820"/>
              <a:gd name="connsiteX6" fmla="*/ 0 w 10563360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514 w 10563360"/>
              <a:gd name="connsiteY5" fmla="*/ 4819150 h 5067820"/>
              <a:gd name="connsiteX6" fmla="*/ 0 w 10563360"/>
              <a:gd name="connsiteY6" fmla="*/ 0 h 5067820"/>
              <a:gd name="connsiteX0" fmla="*/ 10562847 w 10564614"/>
              <a:gd name="connsiteY0" fmla="*/ 0 h 5152083"/>
              <a:gd name="connsiteX1" fmla="*/ 10563360 w 10564614"/>
              <a:gd name="connsiteY1" fmla="*/ 5152083 h 5152083"/>
              <a:gd name="connsiteX2" fmla="*/ 9024770 w 10564614"/>
              <a:gd name="connsiteY2" fmla="*/ 4808920 h 5152083"/>
              <a:gd name="connsiteX3" fmla="*/ 2295231 w 10564614"/>
              <a:gd name="connsiteY3" fmla="*/ 4794064 h 5152083"/>
              <a:gd name="connsiteX4" fmla="*/ 1200559 w 10564614"/>
              <a:gd name="connsiteY4" fmla="*/ 4072264 h 5152083"/>
              <a:gd name="connsiteX5" fmla="*/ 514 w 10564614"/>
              <a:gd name="connsiteY5" fmla="*/ 4819150 h 5152083"/>
              <a:gd name="connsiteX6" fmla="*/ 0 w 10564614"/>
              <a:gd name="connsiteY6" fmla="*/ 0 h 5152083"/>
              <a:gd name="connsiteX0" fmla="*/ 10562847 w 10564614"/>
              <a:gd name="connsiteY0" fmla="*/ 0 h 5183681"/>
              <a:gd name="connsiteX1" fmla="*/ 10563360 w 10564614"/>
              <a:gd name="connsiteY1" fmla="*/ 5183681 h 5183681"/>
              <a:gd name="connsiteX2" fmla="*/ 9024770 w 10564614"/>
              <a:gd name="connsiteY2" fmla="*/ 4808920 h 5183681"/>
              <a:gd name="connsiteX3" fmla="*/ 2295231 w 10564614"/>
              <a:gd name="connsiteY3" fmla="*/ 4794064 h 5183681"/>
              <a:gd name="connsiteX4" fmla="*/ 1200559 w 10564614"/>
              <a:gd name="connsiteY4" fmla="*/ 4072264 h 5183681"/>
              <a:gd name="connsiteX5" fmla="*/ 514 w 10564614"/>
              <a:gd name="connsiteY5" fmla="*/ 4819150 h 5183681"/>
              <a:gd name="connsiteX6" fmla="*/ 0 w 10564614"/>
              <a:gd name="connsiteY6" fmla="*/ 0 h 518368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87552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1864314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333 w 10564100"/>
              <a:gd name="connsiteY0" fmla="*/ 0 h 3793347"/>
              <a:gd name="connsiteX1" fmla="*/ 10562846 w 10564100"/>
              <a:gd name="connsiteY1" fmla="*/ 3793347 h 3793347"/>
              <a:gd name="connsiteX2" fmla="*/ 9024256 w 10564100"/>
              <a:gd name="connsiteY2" fmla="*/ 2944606 h 3793347"/>
              <a:gd name="connsiteX3" fmla="*/ 2294717 w 10564100"/>
              <a:gd name="connsiteY3" fmla="*/ 2929750 h 3793347"/>
              <a:gd name="connsiteX4" fmla="*/ 1200045 w 10564100"/>
              <a:gd name="connsiteY4" fmla="*/ 2207950 h 3793347"/>
              <a:gd name="connsiteX5" fmla="*/ 0 w 10564100"/>
              <a:gd name="connsiteY5" fmla="*/ 2933771 h 3793347"/>
              <a:gd name="connsiteX6" fmla="*/ 30995 w 10564100"/>
              <a:gd name="connsiteY6" fmla="*/ 0 h 3793347"/>
              <a:gd name="connsiteX0" fmla="*/ 10562333 w 10564100"/>
              <a:gd name="connsiteY0" fmla="*/ 0 h 3793347"/>
              <a:gd name="connsiteX1" fmla="*/ 10562846 w 10564100"/>
              <a:gd name="connsiteY1" fmla="*/ 3793347 h 3793347"/>
              <a:gd name="connsiteX2" fmla="*/ 9024256 w 10564100"/>
              <a:gd name="connsiteY2" fmla="*/ 2944606 h 3793347"/>
              <a:gd name="connsiteX3" fmla="*/ 2294717 w 10564100"/>
              <a:gd name="connsiteY3" fmla="*/ 2929750 h 3793347"/>
              <a:gd name="connsiteX4" fmla="*/ 1200045 w 10564100"/>
              <a:gd name="connsiteY4" fmla="*/ 2207950 h 3793347"/>
              <a:gd name="connsiteX5" fmla="*/ 0 w 10564100"/>
              <a:gd name="connsiteY5" fmla="*/ 2933771 h 3793347"/>
              <a:gd name="connsiteX6" fmla="*/ 1254 w 10564100"/>
              <a:gd name="connsiteY6" fmla="*/ 0 h 379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64100" h="3793347">
                <a:moveTo>
                  <a:pt x="10562333" y="0"/>
                </a:moveTo>
                <a:cubicBezTo>
                  <a:pt x="10562846" y="67600"/>
                  <a:pt x="10564100" y="3749932"/>
                  <a:pt x="10562846" y="3793347"/>
                </a:cubicBezTo>
                <a:cubicBezTo>
                  <a:pt x="10190427" y="3056010"/>
                  <a:pt x="9461842" y="2928661"/>
                  <a:pt x="9024256" y="2944606"/>
                </a:cubicBezTo>
                <a:lnTo>
                  <a:pt x="2294717" y="2929750"/>
                </a:lnTo>
                <a:cubicBezTo>
                  <a:pt x="1854084" y="2930298"/>
                  <a:pt x="1423155" y="2679996"/>
                  <a:pt x="1200045" y="2207950"/>
                </a:cubicBezTo>
                <a:cubicBezTo>
                  <a:pt x="964689" y="2886404"/>
                  <a:pt x="278640" y="2932893"/>
                  <a:pt x="0" y="2933771"/>
                </a:cubicBezTo>
                <a:cubicBezTo>
                  <a:pt x="2067" y="2898258"/>
                  <a:pt x="2526" y="95582"/>
                  <a:pt x="1254" y="0"/>
                </a:cubicBezTo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4882388"/>
            <a:ext cx="9906000" cy="1362097"/>
          </a:xfrm>
          <a:prstGeom prst="rect">
            <a:avLst/>
          </a:prstGeom>
        </p:spPr>
        <p:txBody>
          <a:bodyPr vert="horz" lIns="826470" tIns="33059" rIns="66118" bIns="33059" rtlCol="0" anchor="t" anchorCtr="0">
            <a:noAutofit/>
          </a:bodyPr>
          <a:lstStyle>
            <a:lvl1pPr algn="l" defTabSz="914342" rtl="0" eaLnBrk="1" latinLnBrk="0" hangingPunct="1">
              <a:spcBef>
                <a:spcPct val="0"/>
              </a:spcBef>
              <a:buNone/>
              <a:defRPr lang="en-US" sz="4000" b="0" kern="1200" cap="none" baseline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Relationship Id="rId22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hyperlink" Target="http://www.linkedin.com/company/capgemini" TargetMode="External"/><Relationship Id="rId26" Type="http://schemas.openxmlformats.org/officeDocument/2006/relationships/image" Target="../media/image4.jpe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11.png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image" Target="../media/image9.png"/><Relationship Id="rId25" Type="http://schemas.openxmlformats.org/officeDocument/2006/relationships/image" Target="../media/image13.gif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facebook.com/Capgemini" TargetMode="External"/><Relationship Id="rId20" Type="http://schemas.openxmlformats.org/officeDocument/2006/relationships/hyperlink" Target="http://www.twitter.com/capgemini" TargetMode="External"/><Relationship Id="rId1" Type="http://schemas.openxmlformats.org/officeDocument/2006/relationships/slideLayout" Target="../slideLayouts/slideLayout12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24" Type="http://schemas.openxmlformats.org/officeDocument/2006/relationships/hyperlink" Target="http://www.slideshare.net/capgemini" TargetMode="External"/><Relationship Id="rId5" Type="http://schemas.openxmlformats.org/officeDocument/2006/relationships/vmlDrawing" Target="../drawings/vmlDrawing12.vml"/><Relationship Id="rId15" Type="http://schemas.openxmlformats.org/officeDocument/2006/relationships/image" Target="../media/image5.emf"/><Relationship Id="rId23" Type="http://schemas.openxmlformats.org/officeDocument/2006/relationships/image" Target="../media/image12.png"/><Relationship Id="rId10" Type="http://schemas.openxmlformats.org/officeDocument/2006/relationships/tags" Target="../tags/tag45.xml"/><Relationship Id="rId19" Type="http://schemas.openxmlformats.org/officeDocument/2006/relationships/image" Target="../media/image10.png"/><Relationship Id="rId4" Type="http://schemas.openxmlformats.org/officeDocument/2006/relationships/theme" Target="../theme/theme2.xml"/><Relationship Id="rId9" Type="http://schemas.openxmlformats.org/officeDocument/2006/relationships/tags" Target="../tags/tag44.xml"/><Relationship Id="rId14" Type="http://schemas.openxmlformats.org/officeDocument/2006/relationships/oleObject" Target="../embeddings/oleObject12.bin"/><Relationship Id="rId22" Type="http://schemas.openxmlformats.org/officeDocument/2006/relationships/hyperlink" Target="http://www.youtube.com/capgemini" TargetMode="Externa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16.bin"/><Relationship Id="rId5" Type="http://schemas.openxmlformats.org/officeDocument/2006/relationships/vmlDrawing" Target="../drawings/vmlDrawing16.v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/>
        </p:nvGraphicFramePr>
        <p:xfrm>
          <a:off x="1" y="0"/>
          <a:ext cx="158750" cy="158750"/>
        </p:xfrm>
        <a:graphic>
          <a:graphicData uri="http://schemas.openxmlformats.org/presentationml/2006/ole">
            <p:oleObj spid="_x0000_s2049" name="think-cell Slide" r:id="rId21" imgW="360" imgH="360" progId="">
              <p:embed/>
            </p:oleObj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1" y="0"/>
            <a:ext cx="9905999" cy="1002135"/>
          </a:xfrm>
          <a:prstGeom prst="rect">
            <a:avLst/>
          </a:prstGeom>
        </p:spPr>
        <p:txBody>
          <a:bodyPr vert="horz" lIns="297529" tIns="33059" rIns="165294" bIns="33059" rtlCol="0" anchor="ctr">
            <a:noAutofit/>
          </a:bodyPr>
          <a:lstStyle/>
          <a:p>
            <a:r>
              <a:rPr lang="fr-FR" noProof="0" dirty="0" smtClean="0"/>
              <a:t>Cliquez pour modifier le style du titre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323392" y="1501977"/>
            <a:ext cx="9438125" cy="4636540"/>
          </a:xfrm>
          <a:prstGeom prst="rect">
            <a:avLst/>
          </a:prstGeom>
        </p:spPr>
        <p:txBody>
          <a:bodyPr vert="horz" lIns="108000" tIns="72000" rIns="72000" bIns="72000" rtlCol="0">
            <a:noAutofit/>
          </a:bodyPr>
          <a:lstStyle/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11" name="TextBox 10"/>
          <p:cNvSpPr txBox="1"/>
          <p:nvPr>
            <p:custDataLst>
              <p:tags r:id="rId16"/>
            </p:custDataLst>
          </p:nvPr>
        </p:nvSpPr>
        <p:spPr>
          <a:xfrm>
            <a:off x="9567490" y="6661691"/>
            <a:ext cx="110607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6A895693-0027-4F28-9367-92E39A51F51C}" type="slidenum">
              <a:rPr lang="en-US" sz="700" smtClean="0">
                <a:solidFill>
                  <a:schemeClr val="tx2"/>
                </a:solidFill>
              </a:rPr>
              <a:pPr algn="ctr"/>
              <a:t>‹#›</a:t>
            </a:fld>
            <a:endParaRPr lang="en-US" sz="700" dirty="0">
              <a:solidFill>
                <a:schemeClr val="tx2"/>
              </a:solidFill>
            </a:endParaRPr>
          </a:p>
        </p:txBody>
      </p:sp>
      <p:sp>
        <p:nvSpPr>
          <p:cNvPr id="9" name="Freeform 4"/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2" y="676402"/>
            <a:ext cx="9905999" cy="728122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1000"/>
              </a:prstClr>
            </a:outerShdw>
          </a:effectLst>
        </p:spPr>
        <p:txBody>
          <a:bodyPr vert="horz" wrap="square" lIns="99563" tIns="49782" rIns="99563" bIns="49782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741830" y="6623403"/>
            <a:ext cx="2660644" cy="18350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35997" tIns="35997" rIns="35997" bIns="35997" anchor="b" anchorCtr="0">
            <a:noAutofit/>
          </a:bodyPr>
          <a:lstStyle/>
          <a:p>
            <a:pPr marL="0" marR="0" lvl="0" indent="0" algn="r" defTabSz="995445" rtl="0" eaLnBrk="0" fontAlgn="auto" latinLnBrk="0" hangingPunct="0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600" b="0" i="0" noProof="0" dirty="0" smtClean="0">
                <a:solidFill>
                  <a:schemeClr val="tx2"/>
                </a:solidFill>
                <a:latin typeface="+mj-lt"/>
                <a:cs typeface="Helvetica Light"/>
              </a:rPr>
              <a:t>Copyright © </a:t>
            </a:r>
            <a:r>
              <a:rPr lang="en-US" altLang="en-US" sz="600" b="0" i="0" noProof="0" dirty="0" err="1" smtClean="0">
                <a:solidFill>
                  <a:schemeClr val="tx2"/>
                </a:solidFill>
                <a:latin typeface="+mj-lt"/>
                <a:cs typeface="Helvetica Light"/>
              </a:rPr>
              <a:t>Capgemini</a:t>
            </a:r>
            <a:r>
              <a:rPr lang="en-US" altLang="en-US" sz="600" b="0" i="0" noProof="0" dirty="0" smtClean="0">
                <a:solidFill>
                  <a:schemeClr val="tx2"/>
                </a:solidFill>
                <a:latin typeface="+mj-lt"/>
                <a:cs typeface="Helvetica Light"/>
              </a:rPr>
              <a:t> 2014. All Rights Reserved</a:t>
            </a:r>
          </a:p>
        </p:txBody>
      </p:sp>
      <p:sp>
        <p:nvSpPr>
          <p:cNvPr id="13" name="Rectangle 12"/>
          <p:cNvSpPr/>
          <p:nvPr>
            <p:custDataLst>
              <p:tags r:id="rId19"/>
            </p:custDataLst>
          </p:nvPr>
        </p:nvSpPr>
        <p:spPr>
          <a:xfrm>
            <a:off x="7487920" y="6427223"/>
            <a:ext cx="1914554" cy="195814"/>
          </a:xfrm>
          <a:prstGeom prst="rect">
            <a:avLst/>
          </a:prstGeom>
        </p:spPr>
        <p:txBody>
          <a:bodyPr wrap="none" lIns="35997" tIns="35997" rIns="35997" bIns="35997" anchor="b" anchorCtr="0">
            <a:noAutofit/>
          </a:bodyPr>
          <a:lstStyle/>
          <a:p>
            <a:pPr algn="r"/>
            <a:r>
              <a:rPr lang="en-US" sz="700" dirty="0" smtClean="0">
                <a:solidFill>
                  <a:schemeClr val="tx2"/>
                </a:solidFill>
                <a:latin typeface="+mj-lt"/>
              </a:rPr>
              <a:t>Presentation Title | Date</a:t>
            </a:r>
            <a:endParaRPr lang="en-US" sz="7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5" name="Straight Connector 5"/>
          <p:cNvCxnSpPr/>
          <p:nvPr>
            <p:custDataLst>
              <p:tags r:id="rId20"/>
            </p:custDataLst>
          </p:nvPr>
        </p:nvCxnSpPr>
        <p:spPr>
          <a:xfrm flipH="1">
            <a:off x="2" y="6362700"/>
            <a:ext cx="9905999" cy="0"/>
          </a:xfrm>
          <a:prstGeom prst="line">
            <a:avLst/>
          </a:prstGeom>
          <a:ln w="9525" cmpd="sng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 13" descr="Capgemini_logo.jpg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18184" y="6419977"/>
            <a:ext cx="1440000" cy="3430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28" r:id="rId2"/>
    <p:sldLayoutId id="2147483974" r:id="rId3"/>
    <p:sldLayoutId id="2147483969" r:id="rId4"/>
    <p:sldLayoutId id="2147483965" r:id="rId5"/>
    <p:sldLayoutId id="2147483966" r:id="rId6"/>
    <p:sldLayoutId id="2147483962" r:id="rId7"/>
    <p:sldLayoutId id="2147483963" r:id="rId8"/>
    <p:sldLayoutId id="2147483968" r:id="rId9"/>
    <p:sldLayoutId id="2147483964" r:id="rId10"/>
    <p:sldLayoutId id="2147483934" r:id="rId11"/>
  </p:sldLayoutIdLst>
  <p:timing>
    <p:tnLst>
      <p:par>
        <p:cTn id="1" dur="indefinite" restart="never" nodeType="tmRoot"/>
      </p:par>
    </p:tnLst>
  </p:timing>
  <p:txStyles>
    <p:titleStyle>
      <a:lvl1pPr marL="0" indent="0" algn="l" defTabSz="914342" rtl="0" eaLnBrk="1" latinLnBrk="0" hangingPunct="1">
        <a:lnSpc>
          <a:spcPct val="85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6189" indent="-166189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5"/>
        </a:buClr>
        <a:buFont typeface="Wingdings" pitchFamily="2" charset="2"/>
        <a:buChar char="§"/>
        <a:defRPr sz="2200" b="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355600" indent="-180975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3"/>
        </a:buClr>
        <a:buFont typeface="Wingdings" pitchFamily="2" charset="2"/>
        <a:buChar char="§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536575" indent="-165100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2"/>
        </a:buClr>
        <a:buFont typeface="Arial" pitchFamily="34" charset="0"/>
        <a:buChar char="•"/>
        <a:tabLst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711200" indent="-165100" algn="l" defTabSz="914342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bg2"/>
        </a:buClr>
        <a:buFont typeface="Arial" pitchFamily="34" charset="0"/>
        <a:buChar char="–"/>
        <a:tabLst/>
        <a:defRPr sz="1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1609624" indent="-193663" algn="l" defTabSz="914342" rtl="0" eaLnBrk="1" latinLnBrk="0" hangingPunct="1">
        <a:spcBef>
          <a:spcPts val="0"/>
        </a:spcBef>
        <a:buClr>
          <a:srgbClr val="B1B1B1"/>
        </a:buClr>
        <a:buFont typeface="Arial" pitchFamily="34" charset="0"/>
        <a:buChar char="–"/>
        <a:defRPr sz="1700" kern="1200">
          <a:solidFill>
            <a:srgbClr val="494949"/>
          </a:solidFill>
          <a:latin typeface="+mn-lt"/>
          <a:ea typeface="+mn-ea"/>
          <a:cs typeface="+mn-cs"/>
        </a:defRPr>
      </a:lvl5pPr>
      <a:lvl6pPr marL="2514441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12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83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4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2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3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4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5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6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8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9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33121" name="think-cell Slide" r:id="rId14" imgW="360" imgH="360" progId="">
              <p:embed/>
            </p:oleObj>
          </a:graphicData>
        </a:graphic>
      </p:graphicFrame>
      <p:sp>
        <p:nvSpPr>
          <p:cNvPr id="357" name="Rectangle 7"/>
          <p:cNvSpPr/>
          <p:nvPr>
            <p:custDataLst>
              <p:tags r:id="rId6"/>
            </p:custDataLst>
          </p:nvPr>
        </p:nvSpPr>
        <p:spPr bwMode="auto">
          <a:xfrm flipV="1">
            <a:off x="-1657" y="1677994"/>
            <a:ext cx="9907657" cy="5180006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411"/>
              <a:gd name="connsiteY0" fmla="*/ 2791 h 3881172"/>
              <a:gd name="connsiteX1" fmla="*/ 10561655 w 10562411"/>
              <a:gd name="connsiteY1" fmla="*/ 0 h 3881172"/>
              <a:gd name="connsiteX2" fmla="*/ 10561157 w 10562411"/>
              <a:gd name="connsiteY2" fmla="*/ 1476338 h 3881172"/>
              <a:gd name="connsiteX3" fmla="*/ 9288594 w 10562411"/>
              <a:gd name="connsiteY3" fmla="*/ 2153103 h 3881172"/>
              <a:gd name="connsiteX4" fmla="*/ 2317558 w 10562411"/>
              <a:gd name="connsiteY4" fmla="*/ 2159512 h 3881172"/>
              <a:gd name="connsiteX5" fmla="*/ 1180889 w 10562411"/>
              <a:gd name="connsiteY5" fmla="*/ 2958168 h 3881172"/>
              <a:gd name="connsiteX6" fmla="*/ 0 w 10562411"/>
              <a:gd name="connsiteY6" fmla="*/ 2174065 h 3881172"/>
              <a:gd name="connsiteX7" fmla="*/ 1331 w 10562411"/>
              <a:gd name="connsiteY7" fmla="*/ 2791 h 3881172"/>
              <a:gd name="connsiteX0" fmla="*/ 1331 w 10562411"/>
              <a:gd name="connsiteY0" fmla="*/ 2791 h 4143392"/>
              <a:gd name="connsiteX1" fmla="*/ 10561655 w 10562411"/>
              <a:gd name="connsiteY1" fmla="*/ 0 h 4143392"/>
              <a:gd name="connsiteX2" fmla="*/ 10561157 w 10562411"/>
              <a:gd name="connsiteY2" fmla="*/ 1476338 h 4143392"/>
              <a:gd name="connsiteX3" fmla="*/ 9288594 w 10562411"/>
              <a:gd name="connsiteY3" fmla="*/ 2153103 h 4143392"/>
              <a:gd name="connsiteX4" fmla="*/ 2317558 w 10562411"/>
              <a:gd name="connsiteY4" fmla="*/ 2159512 h 4143392"/>
              <a:gd name="connsiteX5" fmla="*/ 1180889 w 10562411"/>
              <a:gd name="connsiteY5" fmla="*/ 2958168 h 4143392"/>
              <a:gd name="connsiteX6" fmla="*/ 0 w 10562411"/>
              <a:gd name="connsiteY6" fmla="*/ 2174065 h 4143392"/>
              <a:gd name="connsiteX7" fmla="*/ 1331 w 10562411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336031 w 10580884"/>
              <a:gd name="connsiteY4" fmla="*/ 2159512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013072 w 10580884"/>
              <a:gd name="connsiteY3" fmla="*/ 3716089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4 w 10580641"/>
              <a:gd name="connsiteY2" fmla="*/ 3400831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625733"/>
              <a:gd name="connsiteX1" fmla="*/ 10580128 w 10580641"/>
              <a:gd name="connsiteY1" fmla="*/ 0 h 4625733"/>
              <a:gd name="connsiteX2" fmla="*/ 10559883 w 10580641"/>
              <a:gd name="connsiteY2" fmla="*/ 3953724 h 4625733"/>
              <a:gd name="connsiteX3" fmla="*/ 9013072 w 10580641"/>
              <a:gd name="connsiteY3" fmla="*/ 3716089 h 4625733"/>
              <a:gd name="connsiteX4" fmla="*/ 2283533 w 10580641"/>
              <a:gd name="connsiteY4" fmla="*/ 3711866 h 4625733"/>
              <a:gd name="connsiteX5" fmla="*/ 1199362 w 10580641"/>
              <a:gd name="connsiteY5" fmla="*/ 2958168 h 4625733"/>
              <a:gd name="connsiteX6" fmla="*/ 0 w 10580641"/>
              <a:gd name="connsiteY6" fmla="*/ 3726419 h 4625733"/>
              <a:gd name="connsiteX7" fmla="*/ 19804 w 10580641"/>
              <a:gd name="connsiteY7" fmla="*/ 2791 h 4625733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37052 h 3953724"/>
              <a:gd name="connsiteX7" fmla="*/ 19804 w 10580641"/>
              <a:gd name="connsiteY7" fmla="*/ 2791 h 3953724"/>
              <a:gd name="connsiteX0" fmla="*/ 0 w 10581837"/>
              <a:gd name="connsiteY0" fmla="*/ 13424 h 3953724"/>
              <a:gd name="connsiteX1" fmla="*/ 10581324 w 10581837"/>
              <a:gd name="connsiteY1" fmla="*/ 0 h 3953724"/>
              <a:gd name="connsiteX2" fmla="*/ 10561079 w 10581837"/>
              <a:gd name="connsiteY2" fmla="*/ 3953724 h 3953724"/>
              <a:gd name="connsiteX3" fmla="*/ 9014268 w 10581837"/>
              <a:gd name="connsiteY3" fmla="*/ 3716089 h 3953724"/>
              <a:gd name="connsiteX4" fmla="*/ 2284729 w 10581837"/>
              <a:gd name="connsiteY4" fmla="*/ 3711866 h 3953724"/>
              <a:gd name="connsiteX5" fmla="*/ 1200558 w 10581837"/>
              <a:gd name="connsiteY5" fmla="*/ 2958168 h 3953724"/>
              <a:gd name="connsiteX6" fmla="*/ 1196 w 10581837"/>
              <a:gd name="connsiteY6" fmla="*/ 3737052 h 3953724"/>
              <a:gd name="connsiteX7" fmla="*/ 0 w 10581837"/>
              <a:gd name="connsiteY7" fmla="*/ 13424 h 3953724"/>
              <a:gd name="connsiteX0" fmla="*/ 0 w 10562333"/>
              <a:gd name="connsiteY0" fmla="*/ 24056 h 3964356"/>
              <a:gd name="connsiteX1" fmla="*/ 10549824 w 10562333"/>
              <a:gd name="connsiteY1" fmla="*/ 0 h 3964356"/>
              <a:gd name="connsiteX2" fmla="*/ 10561079 w 10562333"/>
              <a:gd name="connsiteY2" fmla="*/ 3964356 h 3964356"/>
              <a:gd name="connsiteX3" fmla="*/ 9014268 w 10562333"/>
              <a:gd name="connsiteY3" fmla="*/ 3726721 h 3964356"/>
              <a:gd name="connsiteX4" fmla="*/ 2284729 w 10562333"/>
              <a:gd name="connsiteY4" fmla="*/ 3722498 h 3964356"/>
              <a:gd name="connsiteX5" fmla="*/ 1200558 w 10562333"/>
              <a:gd name="connsiteY5" fmla="*/ 2968800 h 3964356"/>
              <a:gd name="connsiteX6" fmla="*/ 1196 w 10562333"/>
              <a:gd name="connsiteY6" fmla="*/ 3747684 h 3964356"/>
              <a:gd name="connsiteX7" fmla="*/ 0 w 10562333"/>
              <a:gd name="connsiteY7" fmla="*/ 24056 h 3964356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10559884 w 10650182"/>
              <a:gd name="connsiteY0" fmla="*/ 18474 h 3993463"/>
              <a:gd name="connsiteX1" fmla="*/ 10561079 w 10650182"/>
              <a:gd name="connsiteY1" fmla="*/ 3993463 h 3993463"/>
              <a:gd name="connsiteX2" fmla="*/ 9024769 w 10650182"/>
              <a:gd name="connsiteY2" fmla="*/ 3734563 h 3993463"/>
              <a:gd name="connsiteX3" fmla="*/ 2295230 w 10650182"/>
              <a:gd name="connsiteY3" fmla="*/ 3719707 h 3993463"/>
              <a:gd name="connsiteX4" fmla="*/ 1200558 w 10650182"/>
              <a:gd name="connsiteY4" fmla="*/ 2997907 h 3993463"/>
              <a:gd name="connsiteX5" fmla="*/ 0 w 10650182"/>
              <a:gd name="connsiteY5" fmla="*/ 3712996 h 3993463"/>
              <a:gd name="connsiteX6" fmla="*/ 0 w 10650182"/>
              <a:gd name="connsiteY6" fmla="*/ 0 h 3993463"/>
              <a:gd name="connsiteX7" fmla="*/ 10650182 w 10650182"/>
              <a:gd name="connsiteY7" fmla="*/ 109914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10285606 w 10562333"/>
              <a:gd name="connsiteY7" fmla="*/ 418258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9991611 w 10562333"/>
              <a:gd name="connsiteY7" fmla="*/ 56751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0 w 10562846"/>
              <a:gd name="connsiteY5" fmla="*/ 3712996 h 3993463"/>
              <a:gd name="connsiteX6" fmla="*/ 0 w 10562846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2449 w 10562846"/>
              <a:gd name="connsiteY5" fmla="*/ 3734261 h 3993463"/>
              <a:gd name="connsiteX6" fmla="*/ 0 w 10562846"/>
              <a:gd name="connsiteY6" fmla="*/ 0 h 3993463"/>
              <a:gd name="connsiteX0" fmla="*/ 10562334 w 10562847"/>
              <a:gd name="connsiteY0" fmla="*/ 1074357 h 5067820"/>
              <a:gd name="connsiteX1" fmla="*/ 10561080 w 10562847"/>
              <a:gd name="connsiteY1" fmla="*/ 5067820 h 5067820"/>
              <a:gd name="connsiteX2" fmla="*/ 9024770 w 10562847"/>
              <a:gd name="connsiteY2" fmla="*/ 4808920 h 5067820"/>
              <a:gd name="connsiteX3" fmla="*/ 2295231 w 10562847"/>
              <a:gd name="connsiteY3" fmla="*/ 4794064 h 5067820"/>
              <a:gd name="connsiteX4" fmla="*/ 1200559 w 10562847"/>
              <a:gd name="connsiteY4" fmla="*/ 4072264 h 5067820"/>
              <a:gd name="connsiteX5" fmla="*/ 2450 w 10562847"/>
              <a:gd name="connsiteY5" fmla="*/ 4808618 h 5067820"/>
              <a:gd name="connsiteX6" fmla="*/ 0 w 10562847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2450 w 10563360"/>
              <a:gd name="connsiteY5" fmla="*/ 4808618 h 5067820"/>
              <a:gd name="connsiteX6" fmla="*/ 0 w 10563360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514 w 10563360"/>
              <a:gd name="connsiteY5" fmla="*/ 4819150 h 5067820"/>
              <a:gd name="connsiteX6" fmla="*/ 0 w 10563360"/>
              <a:gd name="connsiteY6" fmla="*/ 0 h 5067820"/>
              <a:gd name="connsiteX0" fmla="*/ 10562847 w 10564614"/>
              <a:gd name="connsiteY0" fmla="*/ 0 h 5152083"/>
              <a:gd name="connsiteX1" fmla="*/ 10563360 w 10564614"/>
              <a:gd name="connsiteY1" fmla="*/ 5152083 h 5152083"/>
              <a:gd name="connsiteX2" fmla="*/ 9024770 w 10564614"/>
              <a:gd name="connsiteY2" fmla="*/ 4808920 h 5152083"/>
              <a:gd name="connsiteX3" fmla="*/ 2295231 w 10564614"/>
              <a:gd name="connsiteY3" fmla="*/ 4794064 h 5152083"/>
              <a:gd name="connsiteX4" fmla="*/ 1200559 w 10564614"/>
              <a:gd name="connsiteY4" fmla="*/ 4072264 h 5152083"/>
              <a:gd name="connsiteX5" fmla="*/ 514 w 10564614"/>
              <a:gd name="connsiteY5" fmla="*/ 4819150 h 5152083"/>
              <a:gd name="connsiteX6" fmla="*/ 0 w 10564614"/>
              <a:gd name="connsiteY6" fmla="*/ 0 h 5152083"/>
              <a:gd name="connsiteX0" fmla="*/ 10562847 w 10564614"/>
              <a:gd name="connsiteY0" fmla="*/ 0 h 5183681"/>
              <a:gd name="connsiteX1" fmla="*/ 10563360 w 10564614"/>
              <a:gd name="connsiteY1" fmla="*/ 5183681 h 5183681"/>
              <a:gd name="connsiteX2" fmla="*/ 9024770 w 10564614"/>
              <a:gd name="connsiteY2" fmla="*/ 4808920 h 5183681"/>
              <a:gd name="connsiteX3" fmla="*/ 2295231 w 10564614"/>
              <a:gd name="connsiteY3" fmla="*/ 4794064 h 5183681"/>
              <a:gd name="connsiteX4" fmla="*/ 1200559 w 10564614"/>
              <a:gd name="connsiteY4" fmla="*/ 4072264 h 5183681"/>
              <a:gd name="connsiteX5" fmla="*/ 514 w 10564614"/>
              <a:gd name="connsiteY5" fmla="*/ 4819150 h 5183681"/>
              <a:gd name="connsiteX6" fmla="*/ 0 w 10564614"/>
              <a:gd name="connsiteY6" fmla="*/ 0 h 518368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87552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64614" h="5657661">
                <a:moveTo>
                  <a:pt x="10562847" y="0"/>
                </a:moveTo>
                <a:cubicBezTo>
                  <a:pt x="10563360" y="67600"/>
                  <a:pt x="10564614" y="5614246"/>
                  <a:pt x="10563360" y="5657661"/>
                </a:cubicBezTo>
                <a:cubicBezTo>
                  <a:pt x="10190941" y="4920324"/>
                  <a:pt x="9462356" y="4792975"/>
                  <a:pt x="9024770" y="4808920"/>
                </a:cubicBezTo>
                <a:lnTo>
                  <a:pt x="2295231" y="4794064"/>
                </a:lnTo>
                <a:cubicBezTo>
                  <a:pt x="1854598" y="4794612"/>
                  <a:pt x="1423669" y="4544310"/>
                  <a:pt x="1200559" y="4072264"/>
                </a:cubicBezTo>
                <a:cubicBezTo>
                  <a:pt x="965203" y="4750718"/>
                  <a:pt x="279154" y="4797207"/>
                  <a:pt x="514" y="4798085"/>
                </a:cubicBezTo>
                <a:cubicBezTo>
                  <a:pt x="2581" y="4762572"/>
                  <a:pt x="1272" y="95582"/>
                  <a:pt x="0" y="0"/>
                </a:cubicBezTo>
              </a:path>
            </a:pathLst>
          </a:custGeom>
          <a:gradFill flip="none" rotWithShape="1">
            <a:gsLst>
              <a:gs pos="0">
                <a:srgbClr val="005B7C"/>
              </a:gs>
              <a:gs pos="50000">
                <a:srgbClr val="0085B3"/>
              </a:gs>
              <a:gs pos="100000">
                <a:srgbClr val="00A0D6"/>
              </a:gs>
            </a:gsLst>
            <a:lin ang="18900000" scaled="1"/>
            <a:tileRect/>
          </a:gra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9" name="Picture 104" descr="C:\Users\UserSim\Desktop\Capgemini\moto.emf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5" cstate="email"/>
          <a:srcRect/>
          <a:stretch>
            <a:fillRect/>
          </a:stretch>
        </p:blipFill>
        <p:spPr bwMode="auto">
          <a:xfrm>
            <a:off x="6406875" y="1209254"/>
            <a:ext cx="2880000" cy="229353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6763620" y="5457935"/>
            <a:ext cx="2523255" cy="380480"/>
          </a:xfrm>
          <a:prstGeom prst="rect">
            <a:avLst/>
          </a:prstGeom>
        </p:spPr>
        <p:txBody>
          <a:bodyPr wrap="none" lIns="0" tIns="36000" rIns="0" bIns="36000" anchor="b" anchorCtr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www.capgemini.com</a:t>
            </a:r>
          </a:p>
        </p:txBody>
      </p:sp>
      <p:pic>
        <p:nvPicPr>
          <p:cNvPr id="16" name="Picture 3" descr="C:\Users\UserSim\Desktop\DS_icons\128x128 shadows\facebook.png">
            <a:hlinkClick r:id="rId16"/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7" cstate="email"/>
          <a:srcRect/>
          <a:stretch>
            <a:fillRect/>
          </a:stretch>
        </p:blipFill>
        <p:spPr bwMode="auto">
          <a:xfrm>
            <a:off x="7689877" y="5932547"/>
            <a:ext cx="278223" cy="263770"/>
          </a:xfrm>
          <a:prstGeom prst="rect">
            <a:avLst/>
          </a:prstGeom>
          <a:noFill/>
        </p:spPr>
      </p:pic>
      <p:pic>
        <p:nvPicPr>
          <p:cNvPr id="17" name="Picture 4" descr="C:\Users\UserSim\Desktop\DS_icons\128x128 shadows\linkedin.png">
            <a:hlinkClick r:id="rId18"/>
          </p:cNvPr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9" cstate="email"/>
          <a:srcRect/>
          <a:stretch>
            <a:fillRect/>
          </a:stretch>
        </p:blipFill>
        <p:spPr bwMode="auto">
          <a:xfrm>
            <a:off x="8025290" y="5932547"/>
            <a:ext cx="281313" cy="266700"/>
          </a:xfrm>
          <a:prstGeom prst="rect">
            <a:avLst/>
          </a:prstGeom>
          <a:noFill/>
        </p:spPr>
      </p:pic>
      <p:pic>
        <p:nvPicPr>
          <p:cNvPr id="18" name="Picture 5" descr="C:\Users\UserSim\Desktop\DS_icons\128x128 shadows\twitter.png">
            <a:hlinkClick r:id="rId20"/>
          </p:cNvPr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1" cstate="email"/>
          <a:srcRect/>
          <a:stretch>
            <a:fillRect/>
          </a:stretch>
        </p:blipFill>
        <p:spPr bwMode="auto">
          <a:xfrm>
            <a:off x="8654345" y="5932547"/>
            <a:ext cx="281313" cy="266700"/>
          </a:xfrm>
          <a:prstGeom prst="rect">
            <a:avLst/>
          </a:prstGeom>
          <a:noFill/>
        </p:spPr>
      </p:pic>
      <p:pic>
        <p:nvPicPr>
          <p:cNvPr id="19" name="Picture 6" descr="C:\Users\UserSim\Desktop\DS_icons\128x128 shadows\youtube.png">
            <a:hlinkClick r:id="rId22"/>
          </p:cNvPr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3" cstate="email"/>
          <a:srcRect/>
          <a:stretch>
            <a:fillRect/>
          </a:stretch>
        </p:blipFill>
        <p:spPr bwMode="auto">
          <a:xfrm>
            <a:off x="8992848" y="5932547"/>
            <a:ext cx="281313" cy="266700"/>
          </a:xfrm>
          <a:prstGeom prst="rect">
            <a:avLst/>
          </a:prstGeom>
          <a:noFill/>
        </p:spPr>
      </p:pic>
      <p:pic>
        <p:nvPicPr>
          <p:cNvPr id="20" name="Image 22" descr="Picto_Slideshare.gif">
            <a:hlinkClick r:id="rId24"/>
          </p:cNvPr>
          <p:cNvPicPr preferRelativeResize="0">
            <a:picLocks/>
          </p:cNvPicPr>
          <p:nvPr>
            <p:custDataLst>
              <p:tags r:id="rId13"/>
            </p:custDataLst>
          </p:nvPr>
        </p:nvPicPr>
        <p:blipFill>
          <a:blip r:embed="rId25" cstate="email"/>
          <a:srcRect l="4793" t="6316" r="5718" b="7969"/>
          <a:stretch>
            <a:fillRect/>
          </a:stretch>
        </p:blipFill>
        <p:spPr>
          <a:xfrm>
            <a:off x="8363793" y="5932547"/>
            <a:ext cx="233362" cy="238125"/>
          </a:xfrm>
          <a:prstGeom prst="roundRect">
            <a:avLst/>
          </a:prstGeom>
          <a:effectLst>
            <a:outerShdw blurRad="38100" dist="25400" dir="5400000" sx="98000" sy="98000" algn="t" rotWithShape="0">
              <a:schemeClr val="tx2">
                <a:alpha val="51000"/>
              </a:schemeClr>
            </a:outerShdw>
          </a:effectLst>
        </p:spPr>
      </p:pic>
      <p:pic>
        <p:nvPicPr>
          <p:cNvPr id="13" name="Image 12" descr="Capgemini_logo.jpg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747567" y="1014965"/>
            <a:ext cx="2880000" cy="6860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61" r:id="rId3"/>
  </p:sldLayoutIdLst>
  <p:txStyles>
    <p:titleStyle>
      <a:lvl1pPr algn="ctr" defTabSz="839694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4885" indent="-314885" algn="l" defTabSz="839694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2251" indent="-262404" algn="l" defTabSz="839694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4961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69464" indent="-209923" algn="l" defTabSz="839694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310" indent="-209923" algn="l" defTabSz="839694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0915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9004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48851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6869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1984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3969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59540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7938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9923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19081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3892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5877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29025" name="think-cell Slide" r:id="rId6" imgW="360" imgH="360" progId="">
              <p:embed/>
            </p:oleObj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57" r:id="rId2"/>
    <p:sldLayoutId id="2147483949" r:id="rId3"/>
  </p:sldLayoutIdLst>
  <p:txStyles>
    <p:titleStyle>
      <a:lvl1pPr algn="ctr" defTabSz="839694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4885" indent="-314885" algn="l" defTabSz="839694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2251" indent="-262404" algn="l" defTabSz="839694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4961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69464" indent="-209923" algn="l" defTabSz="839694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310" indent="-209923" algn="l" defTabSz="839694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0915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9004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48851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6869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1984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3969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59540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7938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9923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19081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3892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5877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20.bin"/><Relationship Id="rId4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vmlDrawing" Target="../drawings/vmlDrawing21.vml"/><Relationship Id="rId5" Type="http://schemas.openxmlformats.org/officeDocument/2006/relationships/oleObject" Target="../embeddings/oleObject21.bin"/><Relationship Id="rId4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vmlDrawing" Target="../drawings/vmlDrawing22.vml"/><Relationship Id="rId5" Type="http://schemas.openxmlformats.org/officeDocument/2006/relationships/oleObject" Target="../embeddings/oleObject22.bin"/><Relationship Id="rId4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vmlDrawing" Target="../drawings/vmlDrawing23.vml"/><Relationship Id="rId5" Type="http://schemas.openxmlformats.org/officeDocument/2006/relationships/oleObject" Target="../embeddings/oleObject23.bin"/><Relationship Id="rId4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vmlDrawing" Target="../drawings/vmlDrawing24.vml"/><Relationship Id="rId5" Type="http://schemas.openxmlformats.org/officeDocument/2006/relationships/oleObject" Target="../embeddings/oleObject24.bin"/><Relationship Id="rId4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vmlDrawing" Target="../drawings/vmlDrawing25.vml"/><Relationship Id="rId5" Type="http://schemas.openxmlformats.org/officeDocument/2006/relationships/oleObject" Target="../embeddings/oleObject25.bin"/><Relationship Id="rId4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vmlDrawing" Target="../drawings/vmlDrawing26.vml"/><Relationship Id="rId5" Type="http://schemas.openxmlformats.org/officeDocument/2006/relationships/oleObject" Target="../embeddings/oleObject26.bin"/><Relationship Id="rId4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vmlDrawing" Target="../drawings/vmlDrawing27.vml"/><Relationship Id="rId5" Type="http://schemas.openxmlformats.org/officeDocument/2006/relationships/oleObject" Target="../embeddings/oleObject27.bin"/><Relationship Id="rId4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vmlDrawing" Target="../drawings/vmlDrawing28.vml"/><Relationship Id="rId5" Type="http://schemas.openxmlformats.org/officeDocument/2006/relationships/oleObject" Target="../embeddings/oleObject28.bin"/><Relationship Id="rId4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hyperlink" Target="mailto:name.lastname@capgemini.com" TargetMode="Externa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oleObject" Target="../embeddings/oleObject29.bin"/><Relationship Id="rId2" Type="http://schemas.openxmlformats.org/officeDocument/2006/relationships/tags" Target="../tags/tag78.xml"/><Relationship Id="rId1" Type="http://schemas.openxmlformats.org/officeDocument/2006/relationships/vmlDrawing" Target="../drawings/vmlDrawing29.vml"/><Relationship Id="rId6" Type="http://schemas.openxmlformats.org/officeDocument/2006/relationships/tags" Target="../tags/tag82.xml"/><Relationship Id="rId11" Type="http://schemas.openxmlformats.org/officeDocument/2006/relationships/slideLayout" Target="../slideLayouts/slideLayout10.xml"/><Relationship Id="rId5" Type="http://schemas.openxmlformats.org/officeDocument/2006/relationships/tags" Target="../tags/tag81.xml"/><Relationship Id="rId10" Type="http://schemas.openxmlformats.org/officeDocument/2006/relationships/tags" Target="../tags/tag86.xml"/><Relationship Id="rId4" Type="http://schemas.openxmlformats.org/officeDocument/2006/relationships/tags" Target="../tags/tag80.xml"/><Relationship Id="rId9" Type="http://schemas.openxmlformats.org/officeDocument/2006/relationships/tags" Target="../tags/tag8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dirty="0" err="1" smtClean="0"/>
              <a:t>Pune</a:t>
            </a:r>
            <a:r>
              <a:rPr lang="en-US" dirty="0" smtClean="0"/>
              <a:t>, 3/16/2016, Arpit Kohale</a:t>
            </a:r>
            <a:endParaRPr lang="en-US" dirty="0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CHEF-Fundamentals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62818" name="think-cell Slide" r:id="rId5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Master slide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 smtClean="0"/>
              <a:t>Getting Started with </a:t>
            </a:r>
            <a:r>
              <a:rPr lang="en-US" dirty="0" smtClean="0"/>
              <a:t>Chef</a:t>
            </a:r>
          </a:p>
          <a:p>
            <a:r>
              <a:rPr lang="en-US" dirty="0" smtClean="0"/>
              <a:t>The Chef Tool(s</a:t>
            </a:r>
            <a:r>
              <a:rPr lang="en-US" dirty="0" smtClean="0"/>
              <a:t>)</a:t>
            </a:r>
          </a:p>
          <a:p>
            <a:r>
              <a:rPr lang="en-US" dirty="0" smtClean="0"/>
              <a:t>Infrastructure as Code</a:t>
            </a:r>
          </a:p>
          <a:p>
            <a:r>
              <a:rPr lang="en-US" dirty="0" smtClean="0"/>
              <a:t>Data Driven Shareable </a:t>
            </a:r>
            <a:r>
              <a:rPr lang="en-US" dirty="0" smtClean="0"/>
              <a:t>Cookbooks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63842" name="think-cell Slide" r:id="rId5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Getting Started with Chef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 smtClean="0"/>
              <a:t>Chef is an open-source systems management and cloud infrastructure automation framework created by </a:t>
            </a:r>
            <a:r>
              <a:rPr lang="en-US" dirty="0" err="1" smtClean="0"/>
              <a:t>Opscode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Chef can be used to deploy and manage servers and applications in-house and in the cloud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declarative Ruby configuration language is easy to read, and the predictable ordering makes it easy to understand what’s going 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smtClean="0"/>
              <a:t>Chef is flexible, and designed to allow you to build infrastructure using a sane set of libraries and primitives.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64866" name="think-cell Slide" r:id="rId5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The Chef Tool(s)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 err="1" smtClean="0"/>
              <a:t>Ohai</a:t>
            </a:r>
            <a:r>
              <a:rPr lang="en-US" dirty="0" smtClean="0"/>
              <a:t> : It Profiles </a:t>
            </a:r>
            <a:r>
              <a:rPr lang="en-US" dirty="0" smtClean="0"/>
              <a:t>the system to gather data about nodes and emits that data as JSON</a:t>
            </a:r>
          </a:p>
          <a:p>
            <a:r>
              <a:rPr lang="en-US" dirty="0" smtClean="0"/>
              <a:t>Chef client runs on your nodes to configure them</a:t>
            </a:r>
            <a:r>
              <a:rPr lang="en-US" dirty="0" smtClean="0"/>
              <a:t>.</a:t>
            </a:r>
          </a:p>
          <a:p>
            <a:r>
              <a:rPr lang="en-US" dirty="0" smtClean="0"/>
              <a:t>Knife </a:t>
            </a:r>
            <a:r>
              <a:rPr lang="en-US" dirty="0" smtClean="0"/>
              <a:t>is used to access the API.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65890" name="think-cell Slide" r:id="rId5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Infrastructure as Code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23392" y="1494766"/>
            <a:ext cx="3685082" cy="1918286"/>
          </a:xfrm>
        </p:spPr>
        <p:txBody>
          <a:bodyPr/>
          <a:lstStyle/>
          <a:p>
            <a:r>
              <a:rPr lang="en-US" dirty="0" smtClean="0"/>
              <a:t>Resources</a:t>
            </a:r>
          </a:p>
          <a:p>
            <a:r>
              <a:rPr lang="en-US" dirty="0" smtClean="0"/>
              <a:t>Recipes</a:t>
            </a:r>
          </a:p>
          <a:p>
            <a:r>
              <a:rPr lang="en-US" dirty="0" smtClean="0"/>
              <a:t>Roles</a:t>
            </a:r>
          </a:p>
          <a:p>
            <a:r>
              <a:rPr lang="en-US" dirty="0" smtClean="0"/>
              <a:t>Source Code</a:t>
            </a:r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4688958" y="1382233"/>
            <a:ext cx="4859079" cy="3323987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</a:rPr>
              <a:t>package "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" do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action </a:t>
            </a:r>
            <a:r>
              <a:rPr lang="en-US" sz="1400" dirty="0" smtClean="0">
                <a:solidFill>
                  <a:srgbClr val="000000"/>
                </a:solidFill>
              </a:rPr>
              <a:t>:install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End</a:t>
            </a:r>
          </a:p>
          <a:p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template "/etc/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/haproxy.cfg" do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source </a:t>
            </a:r>
            <a:r>
              <a:rPr lang="en-US" sz="1400" dirty="0" smtClean="0">
                <a:solidFill>
                  <a:srgbClr val="000000"/>
                </a:solidFill>
              </a:rPr>
              <a:t>"</a:t>
            </a:r>
            <a:r>
              <a:rPr lang="en-US" sz="1400" dirty="0" err="1" smtClean="0">
                <a:solidFill>
                  <a:srgbClr val="000000"/>
                </a:solidFill>
              </a:rPr>
              <a:t>haproxy.cfg.erb</a:t>
            </a:r>
            <a:r>
              <a:rPr lang="en-US" sz="1400" dirty="0" smtClean="0">
                <a:solidFill>
                  <a:srgbClr val="000000"/>
                </a:solidFill>
              </a:rPr>
              <a:t>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owner </a:t>
            </a:r>
            <a:r>
              <a:rPr lang="en-US" sz="1400" dirty="0" smtClean="0">
                <a:solidFill>
                  <a:srgbClr val="000000"/>
                </a:solidFill>
              </a:rPr>
              <a:t>"root"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group </a:t>
            </a:r>
            <a:r>
              <a:rPr lang="en-US" sz="1400" dirty="0" smtClean="0">
                <a:solidFill>
                  <a:srgbClr val="000000"/>
                </a:solidFill>
              </a:rPr>
              <a:t>"</a:t>
            </a:r>
            <a:r>
              <a:rPr lang="en-US" sz="1400" dirty="0" smtClean="0">
                <a:solidFill>
                  <a:srgbClr val="000000"/>
                </a:solidFill>
              </a:rPr>
              <a:t>root</a:t>
            </a:r>
            <a:r>
              <a:rPr lang="en-US" sz="1400" dirty="0" smtClean="0">
                <a:solidFill>
                  <a:srgbClr val="000000"/>
                </a:solidFill>
              </a:rPr>
              <a:t>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mode </a:t>
            </a:r>
            <a:r>
              <a:rPr lang="en-US" sz="1400" dirty="0" smtClean="0">
                <a:solidFill>
                  <a:srgbClr val="000000"/>
                </a:solidFill>
              </a:rPr>
              <a:t>0644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notifies </a:t>
            </a:r>
            <a:r>
              <a:rPr lang="en-US" sz="1400" dirty="0" smtClean="0">
                <a:solidFill>
                  <a:srgbClr val="000000"/>
                </a:solidFill>
              </a:rPr>
              <a:t>:restart, "service[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]"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End</a:t>
            </a:r>
          </a:p>
          <a:p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service "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" do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supports </a:t>
            </a:r>
            <a:r>
              <a:rPr lang="en-US" sz="1400" dirty="0" smtClean="0">
                <a:solidFill>
                  <a:srgbClr val="000000"/>
                </a:solidFill>
              </a:rPr>
              <a:t>:restart =&gt; true action [:enable, :start</a:t>
            </a:r>
            <a:r>
              <a:rPr lang="en-US" sz="1400" dirty="0" smtClean="0">
                <a:solidFill>
                  <a:srgbClr val="000000"/>
                </a:solidFill>
              </a:rPr>
              <a:t>]</a:t>
            </a:r>
          </a:p>
          <a:p>
            <a:r>
              <a:rPr lang="en-US" sz="1400" dirty="0" smtClean="0">
                <a:solidFill>
                  <a:srgbClr val="000000"/>
                </a:solidFill>
              </a:rPr>
              <a:t> </a:t>
            </a:r>
            <a:r>
              <a:rPr lang="en-US" sz="1400" dirty="0" smtClean="0">
                <a:solidFill>
                  <a:srgbClr val="000000"/>
                </a:solidFill>
              </a:rPr>
              <a:t>end</a:t>
            </a:r>
            <a:endParaRPr 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1385" y="4860775"/>
            <a:ext cx="8899451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Declare </a:t>
            </a:r>
            <a:r>
              <a:rPr lang="en-US" dirty="0" smtClean="0">
                <a:solidFill>
                  <a:srgbClr val="000000"/>
                </a:solidFill>
              </a:rPr>
              <a:t>system configuration as idempotent resources.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Put </a:t>
            </a:r>
            <a:r>
              <a:rPr lang="en-US" dirty="0" smtClean="0">
                <a:solidFill>
                  <a:srgbClr val="000000"/>
                </a:solidFill>
              </a:rPr>
              <a:t>resources together in recipes.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Assign </a:t>
            </a:r>
            <a:r>
              <a:rPr lang="en-US" dirty="0" smtClean="0">
                <a:solidFill>
                  <a:srgbClr val="000000"/>
                </a:solidFill>
              </a:rPr>
              <a:t>recipes to systems through roles.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Track </a:t>
            </a:r>
            <a:r>
              <a:rPr lang="en-US" dirty="0" smtClean="0">
                <a:solidFill>
                  <a:srgbClr val="000000"/>
                </a:solidFill>
              </a:rPr>
              <a:t>it all like source code.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52753" y="1456660"/>
            <a:ext cx="754912" cy="17012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 err="1" smtClean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66914" name="think-cell Slide" r:id="rId5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Infrastructure as </a:t>
            </a:r>
            <a:r>
              <a:rPr lang="en-US" dirty="0" smtClean="0"/>
              <a:t>Code: Resources</a:t>
            </a:r>
            <a:endParaRPr lang="en-US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23392" y="1494765"/>
            <a:ext cx="3685082" cy="2981541"/>
          </a:xfrm>
        </p:spPr>
        <p:txBody>
          <a:bodyPr/>
          <a:lstStyle/>
          <a:p>
            <a:r>
              <a:rPr lang="en-US" dirty="0" smtClean="0"/>
              <a:t>Have a </a:t>
            </a:r>
            <a:r>
              <a:rPr lang="en-US" dirty="0" smtClean="0"/>
              <a:t>type</a:t>
            </a:r>
          </a:p>
          <a:p>
            <a:r>
              <a:rPr lang="en-US" dirty="0" smtClean="0"/>
              <a:t>Have a </a:t>
            </a:r>
            <a:r>
              <a:rPr lang="en-US" dirty="0" smtClean="0"/>
              <a:t>name</a:t>
            </a:r>
          </a:p>
          <a:p>
            <a:r>
              <a:rPr lang="en-US" dirty="0" smtClean="0"/>
              <a:t>Have </a:t>
            </a:r>
            <a:r>
              <a:rPr lang="en-US" dirty="0" smtClean="0"/>
              <a:t>parameters</a:t>
            </a:r>
          </a:p>
          <a:p>
            <a:r>
              <a:rPr lang="en-US" dirty="0" smtClean="0"/>
              <a:t>Take action to put the resource in the declared state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Can send notifications to other resources.</a:t>
            </a:r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4678326" y="1233376"/>
            <a:ext cx="4859079" cy="3539430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C000"/>
                </a:solidFill>
              </a:rPr>
              <a:t>package </a:t>
            </a:r>
            <a:r>
              <a:rPr lang="en-US" sz="1400" dirty="0" smtClean="0">
                <a:solidFill>
                  <a:srgbClr val="92D050"/>
                </a:solidFill>
              </a:rPr>
              <a:t>"</a:t>
            </a:r>
            <a:r>
              <a:rPr lang="en-US" sz="1400" dirty="0" err="1" smtClean="0">
                <a:solidFill>
                  <a:srgbClr val="92D050"/>
                </a:solidFill>
              </a:rPr>
              <a:t>haproxy</a:t>
            </a:r>
            <a:r>
              <a:rPr lang="en-US" sz="1400" dirty="0" smtClean="0">
                <a:solidFill>
                  <a:srgbClr val="92D050"/>
                </a:solidFill>
              </a:rPr>
              <a:t>" </a:t>
            </a:r>
            <a:r>
              <a:rPr lang="en-US" sz="1400" dirty="0" smtClean="0">
                <a:solidFill>
                  <a:srgbClr val="000000"/>
                </a:solidFill>
              </a:rPr>
              <a:t>do </a:t>
            </a:r>
          </a:p>
          <a:p>
            <a:r>
              <a:rPr lang="en-US" sz="1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action :install </a:t>
            </a:r>
          </a:p>
          <a:p>
            <a:r>
              <a:rPr lang="en-US" sz="1400" dirty="0" smtClean="0">
                <a:solidFill>
                  <a:srgbClr val="000000"/>
                </a:solidFill>
              </a:rPr>
              <a:t>End</a:t>
            </a:r>
          </a:p>
          <a:p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FFC000"/>
                </a:solidFill>
              </a:rPr>
              <a:t>template</a:t>
            </a:r>
            <a:r>
              <a:rPr lang="en-US" sz="1400" dirty="0" smtClean="0">
                <a:solidFill>
                  <a:srgbClr val="000000"/>
                </a:solidFill>
              </a:rPr>
              <a:t> </a:t>
            </a:r>
            <a:r>
              <a:rPr lang="en-US" sz="1400" dirty="0" smtClean="0">
                <a:solidFill>
                  <a:srgbClr val="92D050"/>
                </a:solidFill>
              </a:rPr>
              <a:t>"/etc/</a:t>
            </a:r>
            <a:r>
              <a:rPr lang="en-US" sz="1400" dirty="0" err="1" smtClean="0">
                <a:solidFill>
                  <a:srgbClr val="92D050"/>
                </a:solidFill>
              </a:rPr>
              <a:t>haproxy</a:t>
            </a:r>
            <a:r>
              <a:rPr lang="en-US" sz="1400" dirty="0" smtClean="0">
                <a:solidFill>
                  <a:srgbClr val="92D050"/>
                </a:solidFill>
              </a:rPr>
              <a:t>/haproxy.cfg" </a:t>
            </a:r>
            <a:r>
              <a:rPr lang="en-US" sz="1400" dirty="0" smtClean="0">
                <a:solidFill>
                  <a:srgbClr val="000000"/>
                </a:solidFill>
              </a:rPr>
              <a:t>do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source 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400" dirty="0" err="1" smtClean="0">
                <a:solidFill>
                  <a:schemeClr val="accent2">
                    <a:lumMod val="75000"/>
                  </a:schemeClr>
                </a:solidFill>
              </a:rPr>
              <a:t>haproxy.cfg.erb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" </a:t>
            </a:r>
            <a:endParaRPr lang="en-US" sz="14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owner 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"root" </a:t>
            </a:r>
            <a:endParaRPr lang="en-US" sz="14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group 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root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" </a:t>
            </a:r>
            <a:endParaRPr lang="en-US" sz="14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mode 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0644 </a:t>
            </a:r>
            <a:endParaRPr lang="en-US" sz="1400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notifies :restart, "service[</a:t>
            </a:r>
            <a:r>
              <a:rPr lang="en-US" sz="14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haproxy</a:t>
            </a:r>
            <a:r>
              <a:rPr lang="en-US" sz="1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]" </a:t>
            </a:r>
          </a:p>
          <a:p>
            <a:r>
              <a:rPr lang="en-US" sz="1400" dirty="0" smtClean="0">
                <a:solidFill>
                  <a:srgbClr val="000000"/>
                </a:solidFill>
              </a:rPr>
              <a:t>End</a:t>
            </a:r>
          </a:p>
          <a:p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FFC000"/>
                </a:solidFill>
              </a:rPr>
              <a:t>service </a:t>
            </a:r>
            <a:r>
              <a:rPr lang="en-US" sz="1400" dirty="0" smtClean="0">
                <a:solidFill>
                  <a:srgbClr val="92D050"/>
                </a:solidFill>
              </a:rPr>
              <a:t>"</a:t>
            </a:r>
            <a:r>
              <a:rPr lang="en-US" sz="1400" dirty="0" err="1" smtClean="0">
                <a:solidFill>
                  <a:srgbClr val="92D050"/>
                </a:solidFill>
              </a:rPr>
              <a:t>haproxy</a:t>
            </a:r>
            <a:r>
              <a:rPr lang="en-US" sz="1400" dirty="0" smtClean="0">
                <a:solidFill>
                  <a:srgbClr val="92D050"/>
                </a:solidFill>
              </a:rPr>
              <a:t>" </a:t>
            </a:r>
            <a:r>
              <a:rPr lang="en-US" sz="1400" dirty="0" smtClean="0">
                <a:solidFill>
                  <a:srgbClr val="000000"/>
                </a:solidFill>
              </a:rPr>
              <a:t>do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</a:rPr>
              <a:t>supports :restart =&gt; true </a:t>
            </a:r>
          </a:p>
          <a:p>
            <a:r>
              <a:rPr lang="en-US" sz="1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action [:enable, :start]</a:t>
            </a:r>
          </a:p>
          <a:p>
            <a:r>
              <a:rPr lang="en-US" sz="1400" dirty="0" smtClean="0">
                <a:solidFill>
                  <a:srgbClr val="000000"/>
                </a:solidFill>
              </a:rPr>
              <a:t> </a:t>
            </a:r>
            <a:r>
              <a:rPr lang="en-US" sz="1400" dirty="0" smtClean="0">
                <a:solidFill>
                  <a:srgbClr val="000000"/>
                </a:solidFill>
              </a:rPr>
              <a:t>end</a:t>
            </a:r>
            <a:endParaRPr lang="en-US" sz="140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67938" name="think-cell Slide" r:id="rId5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Infrastructure as </a:t>
            </a:r>
            <a:r>
              <a:rPr lang="en-US" dirty="0" smtClean="0"/>
              <a:t>Code: Recipes</a:t>
            </a:r>
            <a:endParaRPr lang="en-US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23392" y="1494766"/>
            <a:ext cx="9086422" cy="2428648"/>
          </a:xfrm>
        </p:spPr>
        <p:txBody>
          <a:bodyPr/>
          <a:lstStyle/>
          <a:p>
            <a:r>
              <a:rPr lang="en-US" dirty="0" smtClean="0"/>
              <a:t>Configuration files that describe resources and their state</a:t>
            </a:r>
          </a:p>
          <a:p>
            <a:r>
              <a:rPr lang="en-US" dirty="0" smtClean="0"/>
              <a:t>Recipes can install and configure software components	</a:t>
            </a:r>
          </a:p>
          <a:p>
            <a:r>
              <a:rPr lang="en-US" dirty="0" smtClean="0"/>
              <a:t>Recipes can manage files.</a:t>
            </a:r>
          </a:p>
          <a:p>
            <a:r>
              <a:rPr lang="en-US" dirty="0" smtClean="0"/>
              <a:t>Deploy application	</a:t>
            </a:r>
          </a:p>
          <a:p>
            <a:r>
              <a:rPr lang="en-US" dirty="0" smtClean="0"/>
              <a:t>Execute other recipes	</a:t>
            </a:r>
          </a:p>
          <a:p>
            <a:r>
              <a:rPr lang="en-US" dirty="0" smtClean="0"/>
              <a:t>And many more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68962" name="think-cell Slide" r:id="rId5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Infrastructure as </a:t>
            </a:r>
            <a:r>
              <a:rPr lang="en-US" dirty="0" err="1" smtClean="0"/>
              <a:t>Code:Roles</a:t>
            </a:r>
            <a:endParaRPr lang="en-US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23391" y="1494766"/>
            <a:ext cx="4301771" cy="1918286"/>
          </a:xfrm>
        </p:spPr>
        <p:txBody>
          <a:bodyPr/>
          <a:lstStyle/>
          <a:p>
            <a:r>
              <a:rPr lang="en-US" dirty="0" smtClean="0"/>
              <a:t>Roles describe </a:t>
            </a:r>
            <a:r>
              <a:rPr lang="en-US" dirty="0" smtClean="0"/>
              <a:t>nodes.</a:t>
            </a:r>
          </a:p>
          <a:p>
            <a:r>
              <a:rPr lang="en-US" dirty="0" smtClean="0"/>
              <a:t> Roles </a:t>
            </a:r>
            <a:r>
              <a:rPr lang="en-US" dirty="0" smtClean="0"/>
              <a:t>have a run </a:t>
            </a:r>
            <a:r>
              <a:rPr lang="en-US" dirty="0" smtClean="0"/>
              <a:t>list</a:t>
            </a:r>
          </a:p>
          <a:p>
            <a:r>
              <a:rPr lang="en-US" dirty="0" smtClean="0"/>
              <a:t>Roles can have </a:t>
            </a:r>
            <a:r>
              <a:rPr lang="en-US" dirty="0" smtClean="0"/>
              <a:t>attributes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4018" y="1360968"/>
            <a:ext cx="4859079" cy="3539430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name "</a:t>
            </a:r>
            <a:r>
              <a:rPr lang="en-US" sz="1400" dirty="0" err="1" smtClean="0"/>
              <a:t>mediawiki</a:t>
            </a:r>
            <a:r>
              <a:rPr lang="en-US" sz="1400" dirty="0" smtClean="0"/>
              <a:t>" </a:t>
            </a:r>
            <a:endParaRPr lang="en-US" sz="1400" dirty="0" smtClean="0"/>
          </a:p>
          <a:p>
            <a:r>
              <a:rPr lang="en-US" sz="1400" dirty="0" smtClean="0"/>
              <a:t> </a:t>
            </a:r>
            <a:r>
              <a:rPr lang="en-US" sz="1400" dirty="0" smtClean="0"/>
              <a:t>description </a:t>
            </a:r>
            <a:r>
              <a:rPr lang="en-US" sz="1400" dirty="0" smtClean="0"/>
              <a:t>"</a:t>
            </a:r>
            <a:r>
              <a:rPr lang="en-US" sz="1400" dirty="0" err="1" smtClean="0"/>
              <a:t>mediawiki</a:t>
            </a:r>
            <a:r>
              <a:rPr lang="en-US" sz="1400" dirty="0" smtClean="0"/>
              <a:t> app server" </a:t>
            </a:r>
            <a:endParaRPr lang="en-US" sz="1400" dirty="0" smtClean="0"/>
          </a:p>
          <a:p>
            <a:r>
              <a:rPr lang="en-US" sz="1400" dirty="0" err="1" smtClean="0"/>
              <a:t>run_list</a:t>
            </a:r>
            <a:r>
              <a:rPr lang="en-US" sz="1400" dirty="0" smtClean="0"/>
              <a:t>(</a:t>
            </a:r>
          </a:p>
          <a:p>
            <a:r>
              <a:rPr lang="en-US" sz="1400" dirty="0" smtClean="0"/>
              <a:t> </a:t>
            </a:r>
            <a:r>
              <a:rPr lang="en-US" sz="1400" dirty="0" smtClean="0"/>
              <a:t>"recipe[</a:t>
            </a:r>
            <a:r>
              <a:rPr lang="en-US" sz="1400" dirty="0" err="1" smtClean="0"/>
              <a:t>mysql</a:t>
            </a:r>
            <a:r>
              <a:rPr lang="en-US" sz="1400" dirty="0" smtClean="0"/>
              <a:t>::client]", </a:t>
            </a:r>
            <a:endParaRPr lang="en-US" sz="1400" dirty="0" smtClean="0"/>
          </a:p>
          <a:p>
            <a:r>
              <a:rPr lang="en-US" sz="1400" dirty="0" smtClean="0"/>
              <a:t>"</a:t>
            </a:r>
            <a:r>
              <a:rPr lang="en-US" sz="1400" dirty="0" smtClean="0"/>
              <a:t>recipe[application]", </a:t>
            </a:r>
            <a:endParaRPr lang="en-US" sz="1400" dirty="0" smtClean="0"/>
          </a:p>
          <a:p>
            <a:r>
              <a:rPr lang="en-US" sz="1400" dirty="0" smtClean="0"/>
              <a:t>"</a:t>
            </a:r>
            <a:r>
              <a:rPr lang="en-US" sz="1400" dirty="0" smtClean="0"/>
              <a:t>recipe[</a:t>
            </a:r>
            <a:r>
              <a:rPr lang="en-US" sz="1400" dirty="0" err="1" smtClean="0"/>
              <a:t>mediawiki</a:t>
            </a:r>
            <a:r>
              <a:rPr lang="en-US" sz="1400" dirty="0" smtClean="0"/>
              <a:t>::status]" </a:t>
            </a:r>
            <a:endParaRPr lang="en-US" sz="1400" dirty="0" smtClean="0"/>
          </a:p>
          <a:p>
            <a:r>
              <a:rPr lang="en-US" sz="1400" dirty="0" smtClean="0"/>
              <a:t>) </a:t>
            </a:r>
          </a:p>
          <a:p>
            <a:r>
              <a:rPr lang="en-US" sz="1400" dirty="0" smtClean="0"/>
              <a:t>name </a:t>
            </a:r>
            <a:r>
              <a:rPr lang="en-US" sz="1400" dirty="0" smtClean="0"/>
              <a:t>"</a:t>
            </a:r>
            <a:r>
              <a:rPr lang="en-US" sz="1400" dirty="0" err="1" smtClean="0"/>
              <a:t>mediawiki_load_balancer</a:t>
            </a:r>
            <a:r>
              <a:rPr lang="en-US" sz="1400" dirty="0" smtClean="0"/>
              <a:t>“</a:t>
            </a:r>
          </a:p>
          <a:p>
            <a:r>
              <a:rPr lang="en-US" sz="1400" dirty="0" smtClean="0"/>
              <a:t> </a:t>
            </a:r>
            <a:r>
              <a:rPr lang="en-US" sz="1400" dirty="0" smtClean="0"/>
              <a:t>description "</a:t>
            </a:r>
            <a:r>
              <a:rPr lang="en-US" sz="1400" dirty="0" err="1" smtClean="0"/>
              <a:t>mediawiki</a:t>
            </a:r>
            <a:r>
              <a:rPr lang="en-US" sz="1400" dirty="0" smtClean="0"/>
              <a:t> load </a:t>
            </a:r>
            <a:r>
              <a:rPr lang="en-US" sz="1400" dirty="0" smtClean="0"/>
              <a:t>balancer“</a:t>
            </a:r>
          </a:p>
          <a:p>
            <a:r>
              <a:rPr lang="en-US" sz="1400" dirty="0" smtClean="0"/>
              <a:t> </a:t>
            </a:r>
            <a:r>
              <a:rPr lang="en-US" sz="1400" dirty="0" err="1" smtClean="0"/>
              <a:t>run_list</a:t>
            </a:r>
            <a:r>
              <a:rPr lang="en-US" sz="1400" dirty="0" smtClean="0"/>
              <a:t>( "recipe[</a:t>
            </a:r>
            <a:r>
              <a:rPr lang="en-US" sz="1400" dirty="0" err="1" smtClean="0"/>
              <a:t>haproxy</a:t>
            </a:r>
            <a:r>
              <a:rPr lang="en-US" sz="1400" dirty="0" smtClean="0"/>
              <a:t>::</a:t>
            </a:r>
            <a:r>
              <a:rPr lang="en-US" sz="1400" dirty="0" err="1" smtClean="0"/>
              <a:t>app_lb</a:t>
            </a:r>
            <a:r>
              <a:rPr lang="en-US" sz="1400" dirty="0" smtClean="0"/>
              <a:t>]" </a:t>
            </a:r>
            <a:endParaRPr lang="en-US" sz="1400" dirty="0" smtClean="0"/>
          </a:p>
          <a:p>
            <a:r>
              <a:rPr lang="en-US" sz="1400" dirty="0" smtClean="0"/>
              <a:t>) </a:t>
            </a:r>
          </a:p>
          <a:p>
            <a:r>
              <a:rPr lang="en-US" sz="1400" dirty="0" err="1" smtClean="0"/>
              <a:t>override_attributes</a:t>
            </a:r>
            <a:r>
              <a:rPr lang="en-US" sz="1400" dirty="0" smtClean="0"/>
              <a:t>( </a:t>
            </a:r>
            <a:endParaRPr lang="en-US" sz="1400" dirty="0" smtClean="0"/>
          </a:p>
          <a:p>
            <a:r>
              <a:rPr lang="en-US" sz="1400" dirty="0" smtClean="0"/>
              <a:t>"</a:t>
            </a:r>
            <a:r>
              <a:rPr lang="en-US" sz="1400" dirty="0" err="1" smtClean="0"/>
              <a:t>haproxy</a:t>
            </a:r>
            <a:r>
              <a:rPr lang="en-US" sz="1400" dirty="0" smtClean="0"/>
              <a:t>" =&gt; { </a:t>
            </a:r>
            <a:endParaRPr lang="en-US" sz="1400" dirty="0" smtClean="0"/>
          </a:p>
          <a:p>
            <a:r>
              <a:rPr lang="en-US" sz="1400" dirty="0" smtClean="0"/>
              <a:t>"</a:t>
            </a:r>
            <a:r>
              <a:rPr lang="en-US" sz="1400" dirty="0" err="1" smtClean="0"/>
              <a:t>app_server_role</a:t>
            </a:r>
            <a:r>
              <a:rPr lang="en-US" sz="1400" dirty="0" smtClean="0"/>
              <a:t>" =&gt; "</a:t>
            </a:r>
            <a:r>
              <a:rPr lang="en-US" sz="1400" dirty="0" err="1" smtClean="0"/>
              <a:t>mediawiki</a:t>
            </a:r>
            <a:r>
              <a:rPr lang="en-US" sz="1400" dirty="0" smtClean="0"/>
              <a:t>“</a:t>
            </a:r>
          </a:p>
          <a:p>
            <a:r>
              <a:rPr lang="en-US" sz="1400" dirty="0" smtClean="0"/>
              <a:t> </a:t>
            </a:r>
            <a:r>
              <a:rPr lang="en-US" sz="1400" dirty="0" smtClean="0"/>
              <a:t>} </a:t>
            </a:r>
            <a:endParaRPr lang="en-US" sz="1400" dirty="0" smtClean="0"/>
          </a:p>
          <a:p>
            <a:r>
              <a:rPr lang="en-US" sz="1400" dirty="0" smtClean="0"/>
              <a:t>)</a:t>
            </a:r>
            <a:endParaRPr 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1385" y="4860775"/>
            <a:ext cx="8899451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Declare </a:t>
            </a:r>
            <a:r>
              <a:rPr lang="en-US" dirty="0" smtClean="0">
                <a:solidFill>
                  <a:srgbClr val="000000"/>
                </a:solidFill>
              </a:rPr>
              <a:t>system configuration as idempotent resources.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Put </a:t>
            </a:r>
            <a:r>
              <a:rPr lang="en-US" dirty="0" smtClean="0">
                <a:solidFill>
                  <a:srgbClr val="000000"/>
                </a:solidFill>
              </a:rPr>
              <a:t>resources together in recipes.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Assign </a:t>
            </a:r>
            <a:r>
              <a:rPr lang="en-US" dirty="0" smtClean="0">
                <a:solidFill>
                  <a:srgbClr val="000000"/>
                </a:solidFill>
              </a:rPr>
              <a:t>recipes to systems through roles.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Track </a:t>
            </a:r>
            <a:r>
              <a:rPr lang="en-US" dirty="0" smtClean="0">
                <a:solidFill>
                  <a:srgbClr val="000000"/>
                </a:solidFill>
              </a:rPr>
              <a:t>it all like source code.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69986" name="think-cell Slide" r:id="rId5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Infrastructure as Code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23392" y="1494766"/>
            <a:ext cx="3685082" cy="1918286"/>
          </a:xfrm>
        </p:spPr>
        <p:txBody>
          <a:bodyPr/>
          <a:lstStyle/>
          <a:p>
            <a:r>
              <a:rPr lang="en-US" dirty="0" smtClean="0"/>
              <a:t>Resources</a:t>
            </a:r>
          </a:p>
          <a:p>
            <a:r>
              <a:rPr lang="en-US" dirty="0" smtClean="0"/>
              <a:t>Recipes</a:t>
            </a:r>
          </a:p>
          <a:p>
            <a:r>
              <a:rPr lang="en-US" dirty="0" smtClean="0"/>
              <a:t>Roles</a:t>
            </a:r>
          </a:p>
          <a:p>
            <a:r>
              <a:rPr lang="en-US" dirty="0" smtClean="0"/>
              <a:t>Source Code</a:t>
            </a:r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4688958" y="1382233"/>
            <a:ext cx="4859079" cy="3323987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</a:rPr>
              <a:t>package "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" do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action </a:t>
            </a:r>
            <a:r>
              <a:rPr lang="en-US" sz="1400" dirty="0" smtClean="0">
                <a:solidFill>
                  <a:srgbClr val="000000"/>
                </a:solidFill>
              </a:rPr>
              <a:t>:install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End</a:t>
            </a:r>
          </a:p>
          <a:p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template "/etc/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/haproxy.cfg" do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source </a:t>
            </a:r>
            <a:r>
              <a:rPr lang="en-US" sz="1400" dirty="0" smtClean="0">
                <a:solidFill>
                  <a:srgbClr val="000000"/>
                </a:solidFill>
              </a:rPr>
              <a:t>"</a:t>
            </a:r>
            <a:r>
              <a:rPr lang="en-US" sz="1400" dirty="0" err="1" smtClean="0">
                <a:solidFill>
                  <a:srgbClr val="000000"/>
                </a:solidFill>
              </a:rPr>
              <a:t>haproxy.cfg.erb</a:t>
            </a:r>
            <a:r>
              <a:rPr lang="en-US" sz="1400" dirty="0" smtClean="0">
                <a:solidFill>
                  <a:srgbClr val="000000"/>
                </a:solidFill>
              </a:rPr>
              <a:t>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owner </a:t>
            </a:r>
            <a:r>
              <a:rPr lang="en-US" sz="1400" dirty="0" smtClean="0">
                <a:solidFill>
                  <a:srgbClr val="000000"/>
                </a:solidFill>
              </a:rPr>
              <a:t>"root"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group </a:t>
            </a:r>
            <a:r>
              <a:rPr lang="en-US" sz="1400" dirty="0" smtClean="0">
                <a:solidFill>
                  <a:srgbClr val="000000"/>
                </a:solidFill>
              </a:rPr>
              <a:t>"</a:t>
            </a:r>
            <a:r>
              <a:rPr lang="en-US" sz="1400" dirty="0" smtClean="0">
                <a:solidFill>
                  <a:srgbClr val="000000"/>
                </a:solidFill>
              </a:rPr>
              <a:t>root</a:t>
            </a:r>
            <a:r>
              <a:rPr lang="en-US" sz="1400" dirty="0" smtClean="0">
                <a:solidFill>
                  <a:srgbClr val="000000"/>
                </a:solidFill>
              </a:rPr>
              <a:t>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mode </a:t>
            </a:r>
            <a:r>
              <a:rPr lang="en-US" sz="1400" dirty="0" smtClean="0">
                <a:solidFill>
                  <a:srgbClr val="000000"/>
                </a:solidFill>
              </a:rPr>
              <a:t>0644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notifies </a:t>
            </a:r>
            <a:r>
              <a:rPr lang="en-US" sz="1400" dirty="0" smtClean="0">
                <a:solidFill>
                  <a:srgbClr val="000000"/>
                </a:solidFill>
              </a:rPr>
              <a:t>:restart, "service[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]"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End</a:t>
            </a:r>
          </a:p>
          <a:p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service "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" do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supports </a:t>
            </a:r>
            <a:r>
              <a:rPr lang="en-US" sz="1400" dirty="0" smtClean="0">
                <a:solidFill>
                  <a:srgbClr val="000000"/>
                </a:solidFill>
              </a:rPr>
              <a:t>:restart =&gt; true action [:enable, :start</a:t>
            </a:r>
            <a:r>
              <a:rPr lang="en-US" sz="1400" dirty="0" smtClean="0">
                <a:solidFill>
                  <a:srgbClr val="000000"/>
                </a:solidFill>
              </a:rPr>
              <a:t>]</a:t>
            </a:r>
          </a:p>
          <a:p>
            <a:r>
              <a:rPr lang="en-US" sz="1400" dirty="0" smtClean="0">
                <a:solidFill>
                  <a:srgbClr val="000000"/>
                </a:solidFill>
              </a:rPr>
              <a:t> </a:t>
            </a:r>
            <a:r>
              <a:rPr lang="en-US" sz="1400" dirty="0" smtClean="0">
                <a:solidFill>
                  <a:srgbClr val="000000"/>
                </a:solidFill>
              </a:rPr>
              <a:t>end</a:t>
            </a:r>
            <a:endParaRPr 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1385" y="4860775"/>
            <a:ext cx="8899451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Declare </a:t>
            </a:r>
            <a:r>
              <a:rPr lang="en-US" dirty="0" smtClean="0">
                <a:solidFill>
                  <a:srgbClr val="000000"/>
                </a:solidFill>
              </a:rPr>
              <a:t>system configuration as idempotent resources.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Put </a:t>
            </a:r>
            <a:r>
              <a:rPr lang="en-US" dirty="0" smtClean="0">
                <a:solidFill>
                  <a:srgbClr val="000000"/>
                </a:solidFill>
              </a:rPr>
              <a:t>resources together in recipes.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Assign </a:t>
            </a:r>
            <a:r>
              <a:rPr lang="en-US" dirty="0" smtClean="0">
                <a:solidFill>
                  <a:srgbClr val="000000"/>
                </a:solidFill>
              </a:rPr>
              <a:t>recipes to systems through roles.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Track </a:t>
            </a:r>
            <a:r>
              <a:rPr lang="en-US" dirty="0" smtClean="0">
                <a:solidFill>
                  <a:srgbClr val="000000"/>
                </a:solidFill>
              </a:rPr>
              <a:t>it all like source code.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71010" name="think-cell Slide" r:id="rId5" imgW="360" imgH="360" progId="">
              <p:embed/>
            </p:oleObj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Infrastructure as Code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23392" y="1494766"/>
            <a:ext cx="3685082" cy="1918286"/>
          </a:xfrm>
        </p:spPr>
        <p:txBody>
          <a:bodyPr/>
          <a:lstStyle/>
          <a:p>
            <a:r>
              <a:rPr lang="en-US" dirty="0" smtClean="0"/>
              <a:t>Resources</a:t>
            </a:r>
          </a:p>
          <a:p>
            <a:r>
              <a:rPr lang="en-US" dirty="0" smtClean="0"/>
              <a:t>Recipes</a:t>
            </a:r>
          </a:p>
          <a:p>
            <a:r>
              <a:rPr lang="en-US" dirty="0" smtClean="0"/>
              <a:t>Roles</a:t>
            </a:r>
          </a:p>
          <a:p>
            <a:r>
              <a:rPr lang="en-US" dirty="0" smtClean="0"/>
              <a:t>Source Code</a:t>
            </a:r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4688958" y="1382233"/>
            <a:ext cx="4859079" cy="3323987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</a:rPr>
              <a:t>package "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" do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action </a:t>
            </a:r>
            <a:r>
              <a:rPr lang="en-US" sz="1400" dirty="0" smtClean="0">
                <a:solidFill>
                  <a:srgbClr val="000000"/>
                </a:solidFill>
              </a:rPr>
              <a:t>:install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End</a:t>
            </a:r>
          </a:p>
          <a:p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template "/etc/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/haproxy.cfg" do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source </a:t>
            </a:r>
            <a:r>
              <a:rPr lang="en-US" sz="1400" dirty="0" smtClean="0">
                <a:solidFill>
                  <a:srgbClr val="000000"/>
                </a:solidFill>
              </a:rPr>
              <a:t>"</a:t>
            </a:r>
            <a:r>
              <a:rPr lang="en-US" sz="1400" dirty="0" err="1" smtClean="0">
                <a:solidFill>
                  <a:srgbClr val="000000"/>
                </a:solidFill>
              </a:rPr>
              <a:t>haproxy.cfg.erb</a:t>
            </a:r>
            <a:r>
              <a:rPr lang="en-US" sz="1400" dirty="0" smtClean="0">
                <a:solidFill>
                  <a:srgbClr val="000000"/>
                </a:solidFill>
              </a:rPr>
              <a:t>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owner </a:t>
            </a:r>
            <a:r>
              <a:rPr lang="en-US" sz="1400" dirty="0" smtClean="0">
                <a:solidFill>
                  <a:srgbClr val="000000"/>
                </a:solidFill>
              </a:rPr>
              <a:t>"root"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group </a:t>
            </a:r>
            <a:r>
              <a:rPr lang="en-US" sz="1400" dirty="0" smtClean="0">
                <a:solidFill>
                  <a:srgbClr val="000000"/>
                </a:solidFill>
              </a:rPr>
              <a:t>"</a:t>
            </a:r>
            <a:r>
              <a:rPr lang="en-US" sz="1400" dirty="0" smtClean="0">
                <a:solidFill>
                  <a:srgbClr val="000000"/>
                </a:solidFill>
              </a:rPr>
              <a:t>root</a:t>
            </a:r>
            <a:r>
              <a:rPr lang="en-US" sz="1400" dirty="0" smtClean="0">
                <a:solidFill>
                  <a:srgbClr val="000000"/>
                </a:solidFill>
              </a:rPr>
              <a:t>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mode </a:t>
            </a:r>
            <a:r>
              <a:rPr lang="en-US" sz="1400" dirty="0" smtClean="0">
                <a:solidFill>
                  <a:srgbClr val="000000"/>
                </a:solidFill>
              </a:rPr>
              <a:t>0644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notifies </a:t>
            </a:r>
            <a:r>
              <a:rPr lang="en-US" sz="1400" dirty="0" smtClean="0">
                <a:solidFill>
                  <a:srgbClr val="000000"/>
                </a:solidFill>
              </a:rPr>
              <a:t>:restart, "service[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]"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End</a:t>
            </a:r>
          </a:p>
          <a:p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service "</a:t>
            </a:r>
            <a:r>
              <a:rPr lang="en-US" sz="1400" dirty="0" err="1" smtClean="0">
                <a:solidFill>
                  <a:srgbClr val="000000"/>
                </a:solidFill>
              </a:rPr>
              <a:t>haproxy</a:t>
            </a:r>
            <a:r>
              <a:rPr lang="en-US" sz="1400" dirty="0" smtClean="0">
                <a:solidFill>
                  <a:srgbClr val="000000"/>
                </a:solidFill>
              </a:rPr>
              <a:t>" do </a:t>
            </a:r>
            <a:endParaRPr lang="en-US" sz="1400" dirty="0" smtClean="0">
              <a:solidFill>
                <a:srgbClr val="000000"/>
              </a:solidFill>
            </a:endParaRPr>
          </a:p>
          <a:p>
            <a:r>
              <a:rPr lang="en-US" sz="1400" dirty="0" smtClean="0">
                <a:solidFill>
                  <a:srgbClr val="000000"/>
                </a:solidFill>
              </a:rPr>
              <a:t>supports </a:t>
            </a:r>
            <a:r>
              <a:rPr lang="en-US" sz="1400" dirty="0" smtClean="0">
                <a:solidFill>
                  <a:srgbClr val="000000"/>
                </a:solidFill>
              </a:rPr>
              <a:t>:restart =&gt; true action [:enable, :start</a:t>
            </a:r>
            <a:r>
              <a:rPr lang="en-US" sz="1400" dirty="0" smtClean="0">
                <a:solidFill>
                  <a:srgbClr val="000000"/>
                </a:solidFill>
              </a:rPr>
              <a:t>]</a:t>
            </a:r>
          </a:p>
          <a:p>
            <a:r>
              <a:rPr lang="en-US" sz="1400" dirty="0" smtClean="0">
                <a:solidFill>
                  <a:srgbClr val="000000"/>
                </a:solidFill>
              </a:rPr>
              <a:t> </a:t>
            </a:r>
            <a:r>
              <a:rPr lang="en-US" sz="1400" dirty="0" smtClean="0">
                <a:solidFill>
                  <a:srgbClr val="000000"/>
                </a:solidFill>
              </a:rPr>
              <a:t>end</a:t>
            </a:r>
            <a:endParaRPr 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1385" y="4860775"/>
            <a:ext cx="8899451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Declare </a:t>
            </a:r>
            <a:r>
              <a:rPr lang="en-US" dirty="0" smtClean="0">
                <a:solidFill>
                  <a:srgbClr val="000000"/>
                </a:solidFill>
              </a:rPr>
              <a:t>system configuration as idempotent resources.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Put </a:t>
            </a:r>
            <a:r>
              <a:rPr lang="en-US" dirty="0" smtClean="0">
                <a:solidFill>
                  <a:srgbClr val="000000"/>
                </a:solidFill>
              </a:rPr>
              <a:t>resources together in recipes.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Assign </a:t>
            </a:r>
            <a:r>
              <a:rPr lang="en-US" dirty="0" smtClean="0">
                <a:solidFill>
                  <a:srgbClr val="000000"/>
                </a:solidFill>
              </a:rPr>
              <a:t>recipes to systems through roles.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Track </a:t>
            </a:r>
            <a:r>
              <a:rPr lang="en-US" dirty="0" smtClean="0">
                <a:solidFill>
                  <a:srgbClr val="000000"/>
                </a:solidFill>
              </a:rPr>
              <a:t>it all like source code.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Section Break</a:t>
            </a:r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Section Break</a:t>
            </a:r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139266" name="think-cell Slide" r:id="rId12" imgW="360" imgH="360" progId="">
              <p:embed/>
            </p:oleObj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Contact information</a:t>
            </a:r>
            <a:endParaRPr lang="en-US" dirty="0"/>
          </a:p>
        </p:txBody>
      </p:sp>
      <p:sp>
        <p:nvSpPr>
          <p:cNvPr id="4" name="Rectangle 3"/>
          <p:cNvSpPr/>
          <p:nvPr>
            <p:custDataLst>
              <p:tags r:id="rId3"/>
            </p:custDataLst>
          </p:nvPr>
        </p:nvSpPr>
        <p:spPr>
          <a:xfrm>
            <a:off x="2438992" y="1770531"/>
            <a:ext cx="1979923" cy="1531340"/>
          </a:xfrm>
          <a:prstGeom prst="rect">
            <a:avLst/>
          </a:prstGeom>
        </p:spPr>
        <p:txBody>
          <a:bodyPr wrap="square" lIns="83969" tIns="41985" rIns="83969" bIns="41985">
            <a:spAutoFit/>
          </a:bodyPr>
          <a:lstStyle/>
          <a:p>
            <a: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  <a:t>Name </a:t>
            </a:r>
            <a:b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  <a:t>Last Name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Title/Role</a:t>
            </a:r>
            <a:r>
              <a:rPr lang="en-US" sz="900" dirty="0">
                <a:solidFill>
                  <a:schemeClr val="tx2">
                    <a:lumMod val="50000"/>
                  </a:schemeClr>
                </a:solidFill>
                <a:cs typeface="Arial"/>
              </a:rPr>
              <a:t/>
            </a:r>
            <a:br>
              <a:rPr lang="en-US" sz="900" dirty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  <a:hlinkClick r:id="rId13"/>
              </a:rPr>
              <a:t>name.lastname@capgemini.com</a:t>
            </a:r>
            <a:endParaRPr lang="en-US" sz="900" dirty="0" smtClean="0">
              <a:solidFill>
                <a:schemeClr val="tx2">
                  <a:lumMod val="50000"/>
                </a:schemeClr>
              </a:solidFill>
              <a:cs typeface="Arial"/>
            </a:endParaRPr>
          </a:p>
          <a:p>
            <a:endParaRPr lang="en-US" sz="900" dirty="0" smtClean="0">
              <a:solidFill>
                <a:schemeClr val="tx2">
                  <a:lumMod val="50000"/>
                </a:schemeClr>
              </a:solidFill>
              <a:cs typeface="Arial"/>
            </a:endParaRPr>
          </a:p>
          <a:p>
            <a:r>
              <a:rPr lang="en-US" sz="10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Capgemini Office (Optional)</a:t>
            </a: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/>
            </a:r>
            <a:b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1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2 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3</a:t>
            </a:r>
            <a:endParaRPr lang="en-US" sz="900" dirty="0">
              <a:solidFill>
                <a:schemeClr val="tx2">
                  <a:lumMod val="50000"/>
                </a:schemeClr>
              </a:solidFill>
              <a:cs typeface="Arial"/>
            </a:endParaRPr>
          </a:p>
        </p:txBody>
      </p:sp>
      <p:sp>
        <p:nvSpPr>
          <p:cNvPr id="5" name="Cadre 27"/>
          <p:cNvSpPr/>
          <p:nvPr>
            <p:custDataLst>
              <p:tags r:id="rId4"/>
            </p:custDataLst>
          </p:nvPr>
        </p:nvSpPr>
        <p:spPr>
          <a:xfrm>
            <a:off x="1164988" y="1826441"/>
            <a:ext cx="1181935" cy="1379147"/>
          </a:xfrm>
          <a:prstGeom prst="frame">
            <a:avLst>
              <a:gd name="adj1" fmla="val 5651"/>
            </a:avLst>
          </a:prstGeom>
          <a:gradFill flip="none" rotWithShape="1">
            <a:gsLst>
              <a:gs pos="0">
                <a:schemeClr val="bg2"/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r>
              <a:rPr lang="en-US" sz="1300" dirty="0" smtClean="0">
                <a:solidFill>
                  <a:schemeClr val="tx2">
                    <a:lumMod val="75000"/>
                  </a:schemeClr>
                </a:solidFill>
              </a:rPr>
              <a:t>Insert contact picture</a:t>
            </a:r>
          </a:p>
        </p:txBody>
      </p:sp>
      <p:sp>
        <p:nvSpPr>
          <p:cNvPr id="6" name="Cadre 28"/>
          <p:cNvSpPr/>
          <p:nvPr>
            <p:custDataLst>
              <p:tags r:id="rId5"/>
            </p:custDataLst>
          </p:nvPr>
        </p:nvSpPr>
        <p:spPr>
          <a:xfrm>
            <a:off x="1164988" y="4107938"/>
            <a:ext cx="1181935" cy="1379147"/>
          </a:xfrm>
          <a:prstGeom prst="frame">
            <a:avLst>
              <a:gd name="adj1" fmla="val 5651"/>
            </a:avLst>
          </a:prstGeom>
          <a:gradFill flip="none" rotWithShape="1">
            <a:gsLst>
              <a:gs pos="0">
                <a:schemeClr val="bg2"/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r>
              <a:rPr lang="en-US" sz="1300" dirty="0" smtClean="0">
                <a:solidFill>
                  <a:schemeClr val="tx2">
                    <a:lumMod val="75000"/>
                  </a:schemeClr>
                </a:solidFill>
              </a:rPr>
              <a:t>Insert contact picture</a:t>
            </a:r>
          </a:p>
        </p:txBody>
      </p:sp>
      <p:sp>
        <p:nvSpPr>
          <p:cNvPr id="7" name="Cadre 29"/>
          <p:cNvSpPr/>
          <p:nvPr>
            <p:custDataLst>
              <p:tags r:id="rId6"/>
            </p:custDataLst>
          </p:nvPr>
        </p:nvSpPr>
        <p:spPr>
          <a:xfrm>
            <a:off x="5496602" y="1843525"/>
            <a:ext cx="1181935" cy="1379147"/>
          </a:xfrm>
          <a:prstGeom prst="frame">
            <a:avLst>
              <a:gd name="adj1" fmla="val 5651"/>
            </a:avLst>
          </a:prstGeom>
          <a:gradFill flip="none" rotWithShape="1">
            <a:gsLst>
              <a:gs pos="0">
                <a:schemeClr val="bg2"/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r>
              <a:rPr lang="en-US" sz="1300" dirty="0" smtClean="0">
                <a:solidFill>
                  <a:schemeClr val="tx2">
                    <a:lumMod val="75000"/>
                  </a:schemeClr>
                </a:solidFill>
              </a:rPr>
              <a:t>Insert contact picture</a:t>
            </a:r>
          </a:p>
        </p:txBody>
      </p:sp>
      <p:sp>
        <p:nvSpPr>
          <p:cNvPr id="8" name="Cadre 30"/>
          <p:cNvSpPr/>
          <p:nvPr>
            <p:custDataLst>
              <p:tags r:id="rId7"/>
            </p:custDataLst>
          </p:nvPr>
        </p:nvSpPr>
        <p:spPr>
          <a:xfrm>
            <a:off x="5496602" y="4125022"/>
            <a:ext cx="1181935" cy="1379147"/>
          </a:xfrm>
          <a:prstGeom prst="frame">
            <a:avLst>
              <a:gd name="adj1" fmla="val 5651"/>
            </a:avLst>
          </a:prstGeom>
          <a:gradFill flip="none" rotWithShape="1">
            <a:gsLst>
              <a:gs pos="0">
                <a:schemeClr val="bg2"/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69" tIns="41985" rIns="83969" bIns="41985" rtlCol="0" anchor="ctr"/>
          <a:lstStyle/>
          <a:p>
            <a:pPr algn="ctr"/>
            <a:r>
              <a:rPr lang="en-US" sz="1300" dirty="0" smtClean="0">
                <a:solidFill>
                  <a:schemeClr val="tx2">
                    <a:lumMod val="75000"/>
                  </a:schemeClr>
                </a:solidFill>
              </a:rPr>
              <a:t>Insert contact picture</a:t>
            </a:r>
          </a:p>
        </p:txBody>
      </p:sp>
      <p:sp>
        <p:nvSpPr>
          <p:cNvPr id="9" name="Rectangle 8"/>
          <p:cNvSpPr/>
          <p:nvPr>
            <p:custDataLst>
              <p:tags r:id="rId8"/>
            </p:custDataLst>
          </p:nvPr>
        </p:nvSpPr>
        <p:spPr>
          <a:xfrm>
            <a:off x="6761089" y="1770531"/>
            <a:ext cx="1979923" cy="1531340"/>
          </a:xfrm>
          <a:prstGeom prst="rect">
            <a:avLst/>
          </a:prstGeom>
        </p:spPr>
        <p:txBody>
          <a:bodyPr wrap="square" lIns="83969" tIns="41985" rIns="83969" bIns="41985">
            <a:spAutoFit/>
          </a:bodyPr>
          <a:lstStyle/>
          <a:p>
            <a: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  <a:t>Name </a:t>
            </a:r>
            <a:b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  <a:t>Last Name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Title/Role</a:t>
            </a:r>
            <a:r>
              <a:rPr lang="en-US" sz="900" dirty="0">
                <a:solidFill>
                  <a:schemeClr val="tx2">
                    <a:lumMod val="50000"/>
                  </a:schemeClr>
                </a:solidFill>
                <a:cs typeface="Arial"/>
              </a:rPr>
              <a:t/>
            </a:r>
            <a:br>
              <a:rPr lang="en-US" sz="900" dirty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  <a:hlinkClick r:id="rId13"/>
              </a:rPr>
              <a:t>name.lastname@capgemini.com</a:t>
            </a:r>
            <a:endParaRPr lang="en-US" sz="900" dirty="0" smtClean="0">
              <a:solidFill>
                <a:schemeClr val="tx2">
                  <a:lumMod val="50000"/>
                </a:schemeClr>
              </a:solidFill>
              <a:cs typeface="Arial"/>
            </a:endParaRPr>
          </a:p>
          <a:p>
            <a:endParaRPr lang="en-US" sz="900" dirty="0" smtClean="0">
              <a:solidFill>
                <a:schemeClr val="tx2">
                  <a:lumMod val="50000"/>
                </a:schemeClr>
              </a:solidFill>
              <a:cs typeface="Arial"/>
            </a:endParaRPr>
          </a:p>
          <a:p>
            <a:r>
              <a:rPr lang="en-US" sz="10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Capgemini Office (Optional)</a:t>
            </a: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/>
            </a:r>
            <a:b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1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2 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3</a:t>
            </a:r>
            <a:endParaRPr lang="en-US" sz="900" dirty="0">
              <a:solidFill>
                <a:schemeClr val="tx2">
                  <a:lumMod val="50000"/>
                </a:schemeClr>
              </a:solidFill>
              <a:cs typeface="Arial"/>
            </a:endParaRPr>
          </a:p>
        </p:txBody>
      </p:sp>
      <p:sp>
        <p:nvSpPr>
          <p:cNvPr id="10" name="Rectangle 9"/>
          <p:cNvSpPr/>
          <p:nvPr>
            <p:custDataLst>
              <p:tags r:id="rId9"/>
            </p:custDataLst>
          </p:nvPr>
        </p:nvSpPr>
        <p:spPr>
          <a:xfrm>
            <a:off x="2438992" y="4042710"/>
            <a:ext cx="1979923" cy="1531340"/>
          </a:xfrm>
          <a:prstGeom prst="rect">
            <a:avLst/>
          </a:prstGeom>
        </p:spPr>
        <p:txBody>
          <a:bodyPr wrap="square" lIns="83969" tIns="41985" rIns="83969" bIns="41985">
            <a:spAutoFit/>
          </a:bodyPr>
          <a:lstStyle/>
          <a:p>
            <a: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  <a:t>Name </a:t>
            </a:r>
            <a:b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  <a:t>Last Name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Title/Role</a:t>
            </a:r>
            <a:r>
              <a:rPr lang="en-US" sz="900" dirty="0">
                <a:solidFill>
                  <a:schemeClr val="tx2">
                    <a:lumMod val="50000"/>
                  </a:schemeClr>
                </a:solidFill>
                <a:cs typeface="Arial"/>
              </a:rPr>
              <a:t/>
            </a:r>
            <a:br>
              <a:rPr lang="en-US" sz="900" dirty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  <a:hlinkClick r:id="rId13"/>
              </a:rPr>
              <a:t>name.lastname@capgemini.com</a:t>
            </a:r>
            <a:endParaRPr lang="en-US" sz="900" dirty="0" smtClean="0">
              <a:solidFill>
                <a:schemeClr val="tx2">
                  <a:lumMod val="50000"/>
                </a:schemeClr>
              </a:solidFill>
              <a:cs typeface="Arial"/>
            </a:endParaRPr>
          </a:p>
          <a:p>
            <a:endParaRPr lang="en-US" sz="900" dirty="0" smtClean="0">
              <a:solidFill>
                <a:schemeClr val="tx2">
                  <a:lumMod val="50000"/>
                </a:schemeClr>
              </a:solidFill>
              <a:cs typeface="Arial"/>
            </a:endParaRPr>
          </a:p>
          <a:p>
            <a:r>
              <a:rPr lang="en-US" sz="10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Capgemini Office (Optional)</a:t>
            </a: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/>
            </a:r>
            <a:b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1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2 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3</a:t>
            </a:r>
            <a:endParaRPr lang="en-US" sz="900" dirty="0">
              <a:solidFill>
                <a:schemeClr val="tx2">
                  <a:lumMod val="50000"/>
                </a:schemeClr>
              </a:solidFill>
              <a:cs typeface="Arial"/>
            </a:endParaRPr>
          </a:p>
        </p:txBody>
      </p:sp>
      <p:sp>
        <p:nvSpPr>
          <p:cNvPr id="11" name="Rectangle 10"/>
          <p:cNvSpPr/>
          <p:nvPr>
            <p:custDataLst>
              <p:tags r:id="rId10"/>
            </p:custDataLst>
          </p:nvPr>
        </p:nvSpPr>
        <p:spPr>
          <a:xfrm>
            <a:off x="6761089" y="4042710"/>
            <a:ext cx="1979923" cy="1531340"/>
          </a:xfrm>
          <a:prstGeom prst="rect">
            <a:avLst/>
          </a:prstGeom>
        </p:spPr>
        <p:txBody>
          <a:bodyPr wrap="square" lIns="83969" tIns="41985" rIns="83969" bIns="41985">
            <a:spAutoFit/>
          </a:bodyPr>
          <a:lstStyle/>
          <a:p>
            <a: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  <a:t>Name </a:t>
            </a:r>
            <a:b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1500" b="1" dirty="0">
                <a:solidFill>
                  <a:schemeClr val="tx2">
                    <a:lumMod val="50000"/>
                  </a:schemeClr>
                </a:solidFill>
                <a:cs typeface="Arial"/>
              </a:rPr>
              <a:t>Last Name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Title/Role</a:t>
            </a:r>
            <a:r>
              <a:rPr lang="en-US" sz="900" dirty="0">
                <a:solidFill>
                  <a:schemeClr val="tx2">
                    <a:lumMod val="50000"/>
                  </a:schemeClr>
                </a:solidFill>
                <a:cs typeface="Arial"/>
              </a:rPr>
              <a:t/>
            </a:r>
            <a:br>
              <a:rPr lang="en-US" sz="900" dirty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  <a:hlinkClick r:id="rId13"/>
              </a:rPr>
              <a:t>name.lastname@capgemini.com</a:t>
            </a:r>
            <a:endParaRPr lang="en-US" sz="900" dirty="0" smtClean="0">
              <a:solidFill>
                <a:schemeClr val="tx2">
                  <a:lumMod val="50000"/>
                </a:schemeClr>
              </a:solidFill>
              <a:cs typeface="Arial"/>
            </a:endParaRPr>
          </a:p>
          <a:p>
            <a:endParaRPr lang="en-US" sz="900" dirty="0" smtClean="0">
              <a:solidFill>
                <a:schemeClr val="tx2">
                  <a:lumMod val="50000"/>
                </a:schemeClr>
              </a:solidFill>
              <a:cs typeface="Arial"/>
            </a:endParaRPr>
          </a:p>
          <a:p>
            <a:r>
              <a:rPr lang="en-US" sz="10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Capgemini Office (Optional)</a:t>
            </a: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/>
            </a:r>
            <a:b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</a:br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1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2 </a:t>
            </a:r>
          </a:p>
          <a:p>
            <a:r>
              <a:rPr lang="en-US" sz="900" dirty="0" smtClean="0">
                <a:solidFill>
                  <a:schemeClr val="tx2">
                    <a:lumMod val="50000"/>
                  </a:schemeClr>
                </a:solidFill>
                <a:cs typeface="Arial"/>
              </a:rPr>
              <a:t>Address Line 3</a:t>
            </a:r>
            <a:endParaRPr lang="en-US" sz="900" dirty="0">
              <a:solidFill>
                <a:schemeClr val="tx2">
                  <a:lumMod val="50000"/>
                </a:schemeClr>
              </a:solidFill>
              <a:cs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&gt;&lt;version val=&quot;17192&quot;/&gt;&lt;partner val=&quot;610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eweekdayFirstOfWeek val=&quot;2&quot;/&gt;&lt;m_mruColor&gt;&lt;m_vecMRU length=&quot;0&quot;/&gt;&lt;/m_mruColor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,&lt;/m_chDecimalSymbol&gt;&lt;m_nGroupingDigits val=&quot;3&quot;/&gt;&lt;m_chGroupingSymbol&gt;.&lt;/m_chGroupingSymbol&gt;&lt;/m_precDefault&gt;&lt;/CDefaultPrec&gt;&lt;/root&gt;"/>
  <p:tag name="THINKCELLUNDODONOTDELETE" val="6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8VTg_P6rkuq_fbZG2oYX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HldxlhBv0miWYXN6H8BT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I4A68crEiZSNCDbGy9g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Gq5J2dxDUm3Ma.7NhQKK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Tl75Tp2nEy_4PpazGLtV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7vUGXTBfkqiTxbV6Ty_s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k8PWFUdk0KvXkyaGZ3bk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Cn1rK4qUmp5lj5ISq8x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rDdt6HIk6q49v0xMSrT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Cn1rK4qUmp5lj5ISq8x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rDdt6HIk6q49v0xMSrT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Cn1rK4qUmp5lj5ISq8x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rDdt6HIk6q49v0xMSrT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ZTlbzwhkOEBq_f4HJ0W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GIuHW8gFUKsEtFJDZy1Q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gz3YXo3l0OkLMYAWunui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IjPmYduDEihDAvnsmSIN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iS0.yx0EOD8F1j3NQrH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z079BM2o06hslZIU5JQR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7lR2ZPdT0GiqzvYZsxoo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DnGmnlJWUybweSHRV5zM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Q5iGtRqU02KNLCmPGzp4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c8wFtNDQEWdRtOXF1QyR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tFIJDhqukmiZrrs7RIxO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k8lAE_1EizYsNCWPJyz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Sf6F_6IvUOzE1MWebP3w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IkCAESggUqrdbLfjv5zD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YnDl6hGIEiK2JQntAZnx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DnCrkojv0SGcwHGEYrPF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FNbajSUEaO0T7L3_MyV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Dbv4V7vT0WxnXgCD5MXW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11Y1Bb0l0irz8SJoiUMe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mxc0iXCQkmeiJMOi0JxK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9GXJfe4kWec6UHbfCPK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kAk9o_lW0Ov.hm_5Xvny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xU61rCZf0ui2sg3.Ux._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VqnsTkbEesDolNHQoqs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q6O2oonXUC.Ah4a29V_I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VqnsTkbEesDolNHQoqs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q6O2oonXUC.Ah4a29V_I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VqnsTkbEesDolNHQoqs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jQt7HR0uEmHGOBxH6tjb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Uq26z0rEkWiApiWfpkFX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Cdww2x_kWXwqqw_did_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zZ9AyfU70.O66e.c9FkV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jQt7HR0uEmHGOBxH6tjb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Uq26z0rEkWiApiWfpkFX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Eede2w9UymXTZvuecCo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REzSUhKtEKAwkL9pYuIe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Eede2w9UymXTZvuecCo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REzSUhKtEKAwkL9pYuIe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Eede2w9UymXTZvuecCo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REzSUhKtEKAwkL9pYuIe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Eede2w9UymXTZvuecCo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REzSUhKtEKAwkL9pYuIe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Eede2w9UymXTZvuecCo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REzSUhKtEKAwkL9pYuIe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Eede2w9UymXTZvuecCo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REzSUhKtEKAwkL9pYuIe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Eede2w9UymXTZvuecCo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REzSUhKtEKAwkL9pYuIe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Eede2w9UymXTZvuecCo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REzSUhKtEKAwkL9pYuIe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Eede2w9UymXTZvuecCo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REzSUhKtEKAwkL9pYuIe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NJpmCcUEUqQ.kUX.Qft5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m44n44YJU.b0ydlTb3OJ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O79x2FegUSkyWqt8wDfj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BaRTlHD5USSqLLSlQnra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kXFhYOMs0GJKo9nyZY7P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VIro1kAQ0iqANTJ_nogX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7kfj75s.kWy25RnnQbcH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v8F6Buxxk2sX_qz6Onsj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HBFYLGL7EeVb096WbHd6Q"/>
</p:tagLst>
</file>

<file path=ppt/theme/theme1.xml><?xml version="1.0" encoding="utf-8"?>
<a:theme xmlns:a="http://schemas.openxmlformats.org/drawingml/2006/main" name="Title of the presentation">
  <a:themeElements>
    <a:clrScheme name="Capgemini Palette">
      <a:dk1>
        <a:srgbClr val="00264A"/>
      </a:dk1>
      <a:lt1>
        <a:sysClr val="window" lastClr="FFFFFF"/>
      </a:lt1>
      <a:dk2>
        <a:srgbClr val="9F958F"/>
      </a:dk2>
      <a:lt2>
        <a:srgbClr val="909090"/>
      </a:lt2>
      <a:accent1>
        <a:srgbClr val="F9BE01"/>
      </a:accent1>
      <a:accent2>
        <a:srgbClr val="ED771A"/>
      </a:accent2>
      <a:accent3>
        <a:srgbClr val="B70132"/>
      </a:accent3>
      <a:accent4>
        <a:srgbClr val="691E7C"/>
      </a:accent4>
      <a:accent5>
        <a:srgbClr val="0098CC"/>
      </a:accent5>
      <a:accent6>
        <a:srgbClr val="BDBD00"/>
      </a:accent6>
      <a:hlink>
        <a:srgbClr val="7DAFA5"/>
      </a:hlink>
      <a:folHlink>
        <a:srgbClr val="BA0065"/>
      </a:folHlink>
    </a:clrScheme>
    <a:fontScheme name="Capgemin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tx2"/>
          </a:solidFill>
        </a:ln>
      </a:spPr>
      <a:bodyPr rtlCol="0" anchor="ctr"/>
      <a:lstStyle>
        <a:defPPr algn="ctr">
          <a:defRPr sz="2400" dirty="0" err="1" smtClean="0">
            <a:solidFill>
              <a:schemeClr val="tx2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>
            <a:solidFill>
              <a:schemeClr val="tx2">
                <a:lumMod val="50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losing slides">
  <a:themeElements>
    <a:clrScheme name="Capgemini Palette">
      <a:dk1>
        <a:srgbClr val="00264A"/>
      </a:dk1>
      <a:lt1>
        <a:sysClr val="window" lastClr="FFFFFF"/>
      </a:lt1>
      <a:dk2>
        <a:srgbClr val="9F958F"/>
      </a:dk2>
      <a:lt2>
        <a:srgbClr val="909090"/>
      </a:lt2>
      <a:accent1>
        <a:srgbClr val="F9BE01"/>
      </a:accent1>
      <a:accent2>
        <a:srgbClr val="ED771A"/>
      </a:accent2>
      <a:accent3>
        <a:srgbClr val="B70132"/>
      </a:accent3>
      <a:accent4>
        <a:srgbClr val="691E7C"/>
      </a:accent4>
      <a:accent5>
        <a:srgbClr val="0098CC"/>
      </a:accent5>
      <a:accent6>
        <a:srgbClr val="BDBD00"/>
      </a:accent6>
      <a:hlink>
        <a:srgbClr val="7DAFA5"/>
      </a:hlink>
      <a:folHlink>
        <a:srgbClr val="BA0065"/>
      </a:folHlink>
    </a:clrScheme>
    <a:fontScheme name="Capgemin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">
  <a:themeElements>
    <a:clrScheme name="Capgemini Palette">
      <a:dk1>
        <a:srgbClr val="00264A"/>
      </a:dk1>
      <a:lt1>
        <a:sysClr val="window" lastClr="FFFFFF"/>
      </a:lt1>
      <a:dk2>
        <a:srgbClr val="9F958F"/>
      </a:dk2>
      <a:lt2>
        <a:srgbClr val="909090"/>
      </a:lt2>
      <a:accent1>
        <a:srgbClr val="F9BE01"/>
      </a:accent1>
      <a:accent2>
        <a:srgbClr val="ED771A"/>
      </a:accent2>
      <a:accent3>
        <a:srgbClr val="B70132"/>
      </a:accent3>
      <a:accent4>
        <a:srgbClr val="691E7C"/>
      </a:accent4>
      <a:accent5>
        <a:srgbClr val="0098CC"/>
      </a:accent5>
      <a:accent6>
        <a:srgbClr val="BDBD00"/>
      </a:accent6>
      <a:hlink>
        <a:srgbClr val="7DAFA5"/>
      </a:hlink>
      <a:folHlink>
        <a:srgbClr val="BA0065"/>
      </a:folHlink>
    </a:clrScheme>
    <a:fontScheme name="Capgemin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Title of the presentation</Template>
  <TotalTime>292</TotalTime>
  <Words>651</Words>
  <Application>Microsoft Office PowerPoint</Application>
  <PresentationFormat>A4 Paper (210x297 mm)</PresentationFormat>
  <Paragraphs>172</Paragraphs>
  <Slides>14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Title of the presentation</vt:lpstr>
      <vt:lpstr>Closing slides</vt:lpstr>
      <vt:lpstr>Section break</vt:lpstr>
      <vt:lpstr>think-cell Slide</vt:lpstr>
      <vt:lpstr>CHEF-Fundamentals</vt:lpstr>
      <vt:lpstr>Master slide</vt:lpstr>
      <vt:lpstr>Getting Started with Chef</vt:lpstr>
      <vt:lpstr>The Chef Tool(s)</vt:lpstr>
      <vt:lpstr>Infrastructure as Code</vt:lpstr>
      <vt:lpstr>Infrastructure as Code: Resources</vt:lpstr>
      <vt:lpstr>Infrastructure as Code: Recipes</vt:lpstr>
      <vt:lpstr>Infrastructure as Code:Roles</vt:lpstr>
      <vt:lpstr>Infrastructure as Code</vt:lpstr>
      <vt:lpstr>Infrastructure as Code</vt:lpstr>
      <vt:lpstr>Section Break</vt:lpstr>
      <vt:lpstr>Section Break</vt:lpstr>
      <vt:lpstr>Contact information</vt:lpstr>
      <vt:lpstr>Slide 14</vt:lpstr>
    </vt:vector>
  </TitlesOfParts>
  <Company>Capgemini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presentation</dc:title>
  <dc:subject>ppt Template</dc:subject>
  <dc:creator>trsharma</dc:creator>
  <cp:lastModifiedBy>Arkohale</cp:lastModifiedBy>
  <cp:revision>26</cp:revision>
  <dcterms:created xsi:type="dcterms:W3CDTF">2015-06-23T10:15:47Z</dcterms:created>
  <dcterms:modified xsi:type="dcterms:W3CDTF">2016-03-16T11:03:13Z</dcterms:modified>
</cp:coreProperties>
</file>